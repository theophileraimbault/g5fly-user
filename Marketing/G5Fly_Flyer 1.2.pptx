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purl.oclc.org/ooxml/officeDocument/relationships/metadata/thumbnail" Target="docProps/thumbnail.jpeg"/><Relationship Id="rId1" Type="http://purl.oclc.org/ooxml/officeDocument/relationships/officeDocument" Target="ppt/presentation.xml"/><Relationship Id="rId5" Type="http://purl.oclc.org/ooxml/officeDocument/relationships/customProperties" Target="docProps/custom.xml"/><Relationship Id="rId4" Type="http://purl.oclc.org/ooxml/officeDocument/relationships/extendedProperties" Target="docProps/app.xml"/></Relationships>
</file>

<file path=ppt/presentation.xml><?xml version="1.0" encoding="utf-8"?>
<p:presentation xmlns:a="http://purl.oclc.org/ooxml/drawingml/main" xmlns:r="http://purl.oclc.org/ooxml/officeDocument/relationships" xmlns:p="http://purl.oclc.org/ooxml/presentationml/main" saveSubsetFonts="1" conformance="strict">
  <p:sldMasterIdLst>
    <p:sldMasterId id="2147483662" r:id="rId4"/>
  </p:sldMasterIdLst>
  <p:notesMasterIdLst>
    <p:notesMasterId r:id="rId6"/>
  </p:notesMasterIdLst>
  <p:handoutMasterIdLst>
    <p:handoutMasterId r:id="rId7"/>
  </p:handoutMasterIdLst>
  <p:sldIdLst>
    <p:sldId id="284" r:id="rId5"/>
  </p:sldIdLst>
  <p:sldSz cx="12192000" cy="6858000"/>
  <p:notesSz cx="7315200" cy="9601200"/>
  <p:defaultTextStyle>
    <a:defPPr>
      <a:defRPr lang="nl-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purl.oclc.org/ooxml/drawingml/main" xmlns:r="http://purl.oclc.org/ooxml/officeDocument/relationships" xmlns:p188="http://schemas.microsoft.com/office/powerpoint/2018/8/main">
  <p188:author id="{A9115054-CC15-E803-FDBE-E07B240D7A2D}" name="Bas Broothaerts" initials="BB" userId="S::bas.broothaerts@septentrio.com::e1e17564-fdd1-4161-9a43-6339e4a4ee9a" providerId="AD"/>
  <p188:author id="{D60D6482-BB39-2523-0680-49F2164E62A8}" name="Jan Van Hees" initials="JVH" userId="S::jan.vanhees@septentrio.com::d8a9831e-d49a-4bd4-811f-5b07373a7157" providerId="AD"/>
</p188:authorLst>
</file>

<file path=ppt/presProps.xml><?xml version="1.0" encoding="utf-8"?>
<p:presentationPr xmlns:a="http://purl.oclc.org/ooxml/drawingml/main" xmlns:r="http://purl.oclc.org/ooxml/officeDocument/relationships" xmlns:p="http://purl.oclc.org/ooxml/presentationml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4EF"/>
    <a:srgbClr val="4C99B1"/>
    <a:srgbClr val="B3B8BC"/>
    <a:srgbClr val="FEAD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purl.oclc.org/ooxml/drawingml/main" def="{5C22544A-7EE6-4342-B048-85BDC9FD1C3A}">
  <a:tblStyle styleId="{284E427A-3D55-4303-BF80-6455036E1DE7}" styleName="Stijl, thema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%" g="0%" b="0%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%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%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%" g="0%" b="0%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FABFCF23-3B69-468F-B69F-88F6DE6A72F2}" styleName="Stijl, gemiddeld 1 - Accent 5">
    <a:wholeTbl>
      <a:tcTxStyle>
        <a:fontRef idx="minor">
          <a:scrgbClr r="0%" g="0%" b="0%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%"/>
            </a:schemeClr>
          </a:solidFill>
        </a:fill>
      </a:tcStyle>
    </a:band1H>
    <a:band1V>
      <a:tcStyle>
        <a:tcBdr/>
        <a:fill>
          <a:solidFill>
            <a:schemeClr val="accent5">
              <a:tint val="2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%" g="0%" b="0%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%"/>
            </a:schemeClr>
          </a:solidFill>
        </a:fill>
      </a:tcStyle>
    </a:wholeTbl>
    <a:band1H>
      <a:tcStyle>
        <a:tcBdr/>
        <a:fill>
          <a:solidFill>
            <a:schemeClr val="accent1">
              <a:tint val="40%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%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ijl, gemiddeld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%"/>
            </a:schemeClr>
          </a:solidFill>
        </a:fill>
      </a:tcStyle>
    </a:wholeTbl>
    <a:band1H>
      <a:tcStyle>
        <a:tcBdr/>
        <a:fill>
          <a:solidFill>
            <a:schemeClr val="accent2">
              <a:tint val="40%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%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ijl, gemiddeld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%"/>
            </a:schemeClr>
          </a:solidFill>
        </a:fill>
      </a:tcStyle>
    </a:wholeTbl>
    <a:band1H>
      <a:tcStyle>
        <a:tcBdr/>
        <a:fill>
          <a:solidFill>
            <a:schemeClr val="accent3">
              <a:tint val="40%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%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%"/>
            </a:schemeClr>
          </a:solidFill>
        </a:fill>
      </a:tcStyle>
    </a:wholeTbl>
    <a:band1H>
      <a:tcStyle>
        <a:tcBdr/>
        <a:fill>
          <a:solidFill>
            <a:schemeClr val="accent4">
              <a:tint val="40%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%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%"/>
            </a:schemeClr>
          </a:solidFill>
        </a:fill>
      </a:tcStyle>
    </a:wholeTbl>
    <a:band1H>
      <a:tcStyle>
        <a:tcBdr/>
        <a:fill>
          <a:solidFill>
            <a:schemeClr val="accent5">
              <a:tint val="40%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%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ijl, gemiddeld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%"/>
            </a:schemeClr>
          </a:solidFill>
        </a:fill>
      </a:tcStyle>
    </a:wholeTbl>
    <a:band1H>
      <a:tcStyle>
        <a:tcBdr/>
        <a:fill>
          <a:solidFill>
            <a:schemeClr val="accent6">
              <a:tint val="40%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%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E171933-4619-4E11-9A3F-F7608DF75F80}" styleName="Stijl, gemiddeld 1 - Accent 4">
    <a:wholeTbl>
      <a:tcTxStyle>
        <a:fontRef idx="minor">
          <a:scrgbClr r="0%" g="0%" b="0%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%"/>
            </a:schemeClr>
          </a:solidFill>
        </a:fill>
      </a:tcStyle>
    </a:band1H>
    <a:band1V>
      <a:tcStyle>
        <a:tcBdr/>
        <a:fill>
          <a:solidFill>
            <a:schemeClr val="accent4">
              <a:tint val="2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%" g="0%" b="0%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3C2FFA5D-87B4-456A-9821-1D502468CF0F}" styleName="Stijl, thema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%" g="0%" b="0%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%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%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%" g="0%" b="0%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Stijl, licht 1 - Accent 1">
    <a:wholeTbl>
      <a:tcTxStyle>
        <a:fontRef idx="minor">
          <a:scrgbClr r="0%" g="0%" b="0%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%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Stijl, licht 1">
    <a:wholeTbl>
      <a:tcTxStyle>
        <a:fontRef idx="minor">
          <a:scrgbClr r="0%" g="0%" b="0%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%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Stijl, licht 1 - Accent 4">
    <a:wholeTbl>
      <a:tcTxStyle>
        <a:fontRef idx="minor">
          <a:scrgbClr r="0%" g="0%" b="0%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%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Stijl, licht 1 - Accent 5">
    <a:wholeTbl>
      <a:tcTxStyle>
        <a:fontRef idx="minor">
          <a:scrgbClr r="0%" g="0%" b="0%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%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2DE63D5-997A-4646-A377-4702673A728D}" styleName="Stijl, licht 2 - Accent 3">
    <a:wholeTbl>
      <a:tcTxStyle>
        <a:fontRef idx="minor">
          <a:scrgbClr r="0%" g="0%" b="0%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%" g="0%" b="0%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Stijl, licht 2 - Accent 1">
    <a:wholeTbl>
      <a:tcTxStyle>
        <a:fontRef idx="minor">
          <a:scrgbClr r="0%" g="0%" b="0%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%" g="0%" b="0%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AF606853-7671-496A-8E4F-DF71F8EC918B}" styleName="Stijl, donker 1 - Accent 6">
    <a:wholeTbl>
      <a:tcTxStyle>
        <a:fontRef idx="minor">
          <a:scrgbClr r="0%" g="0%" b="0%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%"/>
            </a:schemeClr>
          </a:solidFill>
        </a:fill>
      </a:tcStyle>
    </a:band1H>
    <a:band1V>
      <a:tcStyle>
        <a:tcBdr/>
        <a:fill>
          <a:solidFill>
            <a:schemeClr val="accent6">
              <a:shade val="60%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%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%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%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Geen stijl, tabelraster">
    <a:wholeTbl>
      <a:tcTxStyle>
        <a:fontRef idx="minor">
          <a:scrgbClr r="0%" g="0%" b="0%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Stijl, licht 1 - Accent 2">
    <a:wholeTbl>
      <a:tcTxStyle>
        <a:fontRef idx="minor">
          <a:scrgbClr r="0%" g="0%" b="0%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%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Stijl, licht 1 - Accent 3">
    <a:wholeTbl>
      <a:tcTxStyle>
        <a:fontRef idx="minor">
          <a:scrgbClr r="0%" g="0%" b="0%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%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Stijl, gemiddeld 4 - Accent 3">
    <a:wholeTbl>
      <a:tcTxStyle>
        <a:fontRef idx="minor">
          <a:scrgbClr r="0%" g="0%" b="0%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%"/>
            </a:schemeClr>
          </a:solidFill>
        </a:fill>
      </a:tcStyle>
    </a:wholeTbl>
    <a:band1H>
      <a:tcStyle>
        <a:tcBdr/>
        <a:fill>
          <a:solidFill>
            <a:schemeClr val="accent3">
              <a:tint val="40%"/>
            </a:schemeClr>
          </a:solidFill>
        </a:fill>
      </a:tcStyle>
    </a:band1H>
    <a:band1V>
      <a:tcStyle>
        <a:tcBdr/>
        <a:fill>
          <a:solidFill>
            <a:schemeClr val="accent3">
              <a:tint val="4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%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%"/>
            </a:schemeClr>
          </a:solidFill>
        </a:fill>
      </a:tcStyle>
    </a:firstRow>
  </a:tblStyle>
  <a:tblStyle styleId="{46F890A9-2807-4EBB-B81D-B2AA78EC7F39}" styleName="Stijl, donker 2 - Accent 5/accent 6">
    <a:wholeTbl>
      <a:tcTxStyle>
        <a:fontRef idx="minor">
          <a:scrgbClr r="0%" g="0%" b="0%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%"/>
            </a:schemeClr>
          </a:solidFill>
        </a:fill>
      </a:tcStyle>
    </a:wholeTbl>
    <a:band1H>
      <a:tcStyle>
        <a:tcBdr/>
        <a:fill>
          <a:solidFill>
            <a:schemeClr val="accent5">
              <a:tint val="40%"/>
            </a:schemeClr>
          </a:solidFill>
        </a:fill>
      </a:tcStyle>
    </a:band1H>
    <a:band1V>
      <a:tcStyle>
        <a:tcBdr/>
        <a:fill>
          <a:solidFill>
            <a:schemeClr val="accent5">
              <a:tint val="4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%"/>
            </a:schemeClr>
          </a:solidFill>
        </a:fill>
      </a:tcStyle>
    </a:lastRow>
    <a:firstRow>
      <a:tcTxStyle b="on">
        <a:fontRef idx="minor">
          <a:scrgbClr r="0%" g="0%" b="0%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Stijl, donker 2 - Accent 3/accent 4">
    <a:wholeTbl>
      <a:tcTxStyle>
        <a:fontRef idx="minor">
          <a:scrgbClr r="0%" g="0%" b="0%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%"/>
            </a:schemeClr>
          </a:solidFill>
        </a:fill>
      </a:tcStyle>
    </a:wholeTbl>
    <a:band1H>
      <a:tcStyle>
        <a:tcBdr/>
        <a:fill>
          <a:solidFill>
            <a:schemeClr val="accent3">
              <a:tint val="40%"/>
            </a:schemeClr>
          </a:solidFill>
        </a:fill>
      </a:tcStyle>
    </a:band1H>
    <a:band1V>
      <a:tcStyle>
        <a:tcBdr/>
        <a:fill>
          <a:solidFill>
            <a:schemeClr val="accent3">
              <a:tint val="4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%"/>
            </a:schemeClr>
          </a:solidFill>
        </a:fill>
      </a:tcStyle>
    </a:lastRow>
    <a:firstRow>
      <a:tcTxStyle b="on">
        <a:fontRef idx="minor">
          <a:scrgbClr r="0%" g="0%" b="0%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Stijl, donker 2 - Accent 1/accent 2">
    <a:wholeTbl>
      <a:tcTxStyle>
        <a:fontRef idx="minor">
          <a:scrgbClr r="0%" g="0%" b="0%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%"/>
            </a:schemeClr>
          </a:solidFill>
        </a:fill>
      </a:tcStyle>
    </a:wholeTbl>
    <a:band1H>
      <a:tcStyle>
        <a:tcBdr/>
        <a:fill>
          <a:solidFill>
            <a:schemeClr val="accent1">
              <a:tint val="40%"/>
            </a:schemeClr>
          </a:solidFill>
        </a:fill>
      </a:tcStyle>
    </a:band1H>
    <a:band1V>
      <a:tcStyle>
        <a:tcBdr/>
        <a:fill>
          <a:solidFill>
            <a:schemeClr val="accent1">
              <a:tint val="4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%"/>
            </a:schemeClr>
          </a:solidFill>
        </a:fill>
      </a:tcStyle>
    </a:lastRow>
    <a:firstRow>
      <a:tcTxStyle b="on">
        <a:fontRef idx="minor">
          <a:scrgbClr r="0%" g="0%" b="0%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C7853C-536D-4A76-A0AE-DD22124D55A5}" styleName="Stijl, thema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%" g="0%" b="0%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%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%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%" g="0%" b="0%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Stijl, thema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%" g="0%" b="0%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%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%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%" g="0%" b="0%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8A107856-5554-42FB-B03E-39F5DBC370BA}" styleName="Stijl, gemiddeld 4 - Accent 2">
    <a:wholeTbl>
      <a:tcTxStyle>
        <a:fontRef idx="minor">
          <a:scrgbClr r="0%" g="0%" b="0%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%"/>
            </a:schemeClr>
          </a:solidFill>
        </a:fill>
      </a:tcStyle>
    </a:wholeTbl>
    <a:band1H>
      <a:tcStyle>
        <a:tcBdr/>
        <a:fill>
          <a:solidFill>
            <a:schemeClr val="accent2">
              <a:tint val="40%"/>
            </a:schemeClr>
          </a:solidFill>
        </a:fill>
      </a:tcStyle>
    </a:band1H>
    <a:band1V>
      <a:tcStyle>
        <a:tcBdr/>
        <a:fill>
          <a:solidFill>
            <a:schemeClr val="accent2">
              <a:tint val="4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%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%"/>
            </a:schemeClr>
          </a:solidFill>
        </a:fill>
      </a:tcStyle>
    </a:firstRow>
  </a:tblStyle>
  <a:tblStyle styleId="{D7AC3CCA-C797-4891-BE02-D94E43425B78}" styleName="Stijl, gemiddeld 4">
    <a:wholeTbl>
      <a:tcTxStyle>
        <a:fontRef idx="minor">
          <a:scrgbClr r="0%" g="0%" b="0%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%"/>
            </a:schemeClr>
          </a:solidFill>
        </a:fill>
      </a:tcStyle>
    </a:wholeTbl>
    <a:band1H>
      <a:tcStyle>
        <a:tcBdr/>
        <a:fill>
          <a:solidFill>
            <a:schemeClr val="dk1">
              <a:tint val="40%"/>
            </a:schemeClr>
          </a:solidFill>
        </a:fill>
      </a:tcStyle>
    </a:band1H>
    <a:band1V>
      <a:tcStyle>
        <a:tcBdr/>
        <a:fill>
          <a:solidFill>
            <a:schemeClr val="dk1">
              <a:tint val="4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%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%"/>
            </a:schemeClr>
          </a:solidFill>
        </a:fill>
      </a:tcStyle>
    </a:firstRow>
  </a:tblStyle>
  <a:tblStyle styleId="{C4B1156A-380E-4F78-BDF5-A606A8083BF9}" styleName="Stijl, gemiddeld 4 - Accent 4">
    <a:wholeTbl>
      <a:tcTxStyle>
        <a:fontRef idx="minor">
          <a:scrgbClr r="0%" g="0%" b="0%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%"/>
            </a:schemeClr>
          </a:solidFill>
        </a:fill>
      </a:tcStyle>
    </a:wholeTbl>
    <a:band1H>
      <a:tcStyle>
        <a:tcBdr/>
        <a:fill>
          <a:solidFill>
            <a:schemeClr val="accent4">
              <a:tint val="40%"/>
            </a:schemeClr>
          </a:solidFill>
        </a:fill>
      </a:tcStyle>
    </a:band1H>
    <a:band1V>
      <a:tcStyle>
        <a:tcBdr/>
        <a:fill>
          <a:solidFill>
            <a:schemeClr val="accent4">
              <a:tint val="4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%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%"/>
            </a:schemeClr>
          </a:solidFill>
        </a:fill>
      </a:tcStyle>
    </a:firstRow>
  </a:tblStyle>
  <a:tblStyle styleId="{22838BEF-8BB2-4498-84A7-C5851F593DF1}" styleName="Stijl, gemiddeld 4 - Accent 5">
    <a:wholeTbl>
      <a:tcTxStyle>
        <a:fontRef idx="minor">
          <a:scrgbClr r="0%" g="0%" b="0%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%"/>
            </a:schemeClr>
          </a:solidFill>
        </a:fill>
      </a:tcStyle>
    </a:wholeTbl>
    <a:band1H>
      <a:tcStyle>
        <a:tcBdr/>
        <a:fill>
          <a:solidFill>
            <a:schemeClr val="accent5">
              <a:tint val="40%"/>
            </a:schemeClr>
          </a:solidFill>
        </a:fill>
      </a:tcStyle>
    </a:band1H>
    <a:band1V>
      <a:tcStyle>
        <a:tcBdr/>
        <a:fill>
          <a:solidFill>
            <a:schemeClr val="accent5">
              <a:tint val="4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%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%"/>
            </a:schemeClr>
          </a:solidFill>
        </a:fill>
      </a:tcStyle>
    </a:firstRow>
  </a:tblStyle>
  <a:tblStyle styleId="{16D9F66E-5EB9-4882-86FB-DCBF35E3C3E4}" styleName="Stijl, gemiddeld 4 - Accent 6">
    <a:wholeTbl>
      <a:tcTxStyle>
        <a:fontRef idx="minor">
          <a:scrgbClr r="0%" g="0%" b="0%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%"/>
            </a:schemeClr>
          </a:solidFill>
        </a:fill>
      </a:tcStyle>
    </a:wholeTbl>
    <a:band1H>
      <a:tcStyle>
        <a:tcBdr/>
        <a:fill>
          <a:solidFill>
            <a:schemeClr val="accent6">
              <a:tint val="40%"/>
            </a:schemeClr>
          </a:solidFill>
        </a:fill>
      </a:tcStyle>
    </a:band1H>
    <a:band1V>
      <a:tcStyle>
        <a:tcBdr/>
        <a:fill>
          <a:solidFill>
            <a:schemeClr val="accent6">
              <a:tint val="4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%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%"/>
            </a:schemeClr>
          </a:solidFill>
        </a:fill>
      </a:tcStyle>
    </a:firstRow>
  </a:tblStyle>
  <a:tblStyle styleId="{E8034E78-7F5D-4C2E-B375-FC64B27BC917}" styleName="Stijl, donker 1">
    <a:wholeTbl>
      <a:tcTxStyle>
        <a:fontRef idx="minor">
          <a:scrgbClr r="0%" g="0%" b="0%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%"/>
            </a:schemeClr>
          </a:solidFill>
        </a:fill>
      </a:tcStyle>
    </a:wholeTbl>
    <a:band1H>
      <a:tcStyle>
        <a:tcBdr/>
        <a:fill>
          <a:solidFill>
            <a:schemeClr val="dk1">
              <a:tint val="40%"/>
            </a:schemeClr>
          </a:solidFill>
        </a:fill>
      </a:tcStyle>
    </a:band1H>
    <a:band1V>
      <a:tcStyle>
        <a:tcBdr/>
        <a:fill>
          <a:solidFill>
            <a:schemeClr val="dk1">
              <a:tint val="40%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%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%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%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Stijl, donker 1 - Accent 3">
    <a:wholeTbl>
      <a:tcTxStyle>
        <a:fontRef idx="minor">
          <a:scrgbClr r="0%" g="0%" b="0%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%"/>
            </a:schemeClr>
          </a:solidFill>
        </a:fill>
      </a:tcStyle>
    </a:band1H>
    <a:band1V>
      <a:tcStyle>
        <a:tcBdr/>
        <a:fill>
          <a:solidFill>
            <a:schemeClr val="accent3">
              <a:shade val="60%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%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%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%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Stijl, donker 1 - Accent 4">
    <a:wholeTbl>
      <a:tcTxStyle>
        <a:fontRef idx="minor">
          <a:scrgbClr r="0%" g="0%" b="0%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%"/>
            </a:schemeClr>
          </a:solidFill>
        </a:fill>
      </a:tcStyle>
    </a:band1H>
    <a:band1V>
      <a:tcStyle>
        <a:tcBdr/>
        <a:fill>
          <a:solidFill>
            <a:schemeClr val="accent4">
              <a:shade val="60%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%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%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%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Stijl, donker 1 - Accent 5">
    <a:wholeTbl>
      <a:tcTxStyle>
        <a:fontRef idx="minor">
          <a:scrgbClr r="0%" g="0%" b="0%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%"/>
            </a:schemeClr>
          </a:solidFill>
        </a:fill>
      </a:tcStyle>
    </a:band1H>
    <a:band1V>
      <a:tcStyle>
        <a:tcBdr/>
        <a:fill>
          <a:solidFill>
            <a:schemeClr val="accent5">
              <a:shade val="60%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%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%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%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Stijl, donker 2">
    <a:wholeTbl>
      <a:tcTxStyle>
        <a:fontRef idx="minor">
          <a:scrgbClr r="0%" g="0%" b="0%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%"/>
            </a:schemeClr>
          </a:solidFill>
        </a:fill>
      </a:tcStyle>
    </a:wholeTbl>
    <a:band1H>
      <a:tcStyle>
        <a:tcBdr/>
        <a:fill>
          <a:solidFill>
            <a:schemeClr val="dk1">
              <a:tint val="40%"/>
            </a:schemeClr>
          </a:solidFill>
        </a:fill>
      </a:tcStyle>
    </a:band1H>
    <a:band1V>
      <a:tcStyle>
        <a:tcBdr/>
        <a:fill>
          <a:solidFill>
            <a:schemeClr val="dk1">
              <a:tint val="4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%"/>
            </a:schemeClr>
          </a:solidFill>
        </a:fill>
      </a:tcStyle>
    </a:lastRow>
    <a:firstRow>
      <a:tcTxStyle b="on">
        <a:fontRef idx="minor">
          <a:scrgbClr r="0%" g="0%" b="0%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Stijl, gemiddeld 1 - Accent 1">
    <a:wholeTbl>
      <a:tcTxStyle>
        <a:fontRef idx="minor">
          <a:scrgbClr r="0%" g="0%" b="0%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%"/>
            </a:schemeClr>
          </a:solidFill>
        </a:fill>
      </a:tcStyle>
    </a:band1H>
    <a:band1V>
      <a:tcStyle>
        <a:tcBdr/>
        <a:fill>
          <a:solidFill>
            <a:schemeClr val="accent1">
              <a:tint val="2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%" g="0%" b="0%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purl.oclc.org/ooxml/drawingml/main" xmlns:r="http://purl.oclc.org/ooxml/officeDocument/relationships" xmlns:p="http://purl.oclc.org/ooxml/presentationml/main">
  <p:normalViewPr>
    <p:restoredLeft sz="19.018%" autoAdjust="0"/>
    <p:restoredTop sz="91.972%" autoAdjust="0"/>
  </p:normalViewPr>
  <p:slideViewPr>
    <p:cSldViewPr snapToGrid="0" snapToObjects="1">
      <p:cViewPr varScale="1">
        <p:scale>
          <a:sx n="94" d="100"/>
          <a:sy n="94" d="100"/>
        </p:scale>
        <p:origin x="86" y="21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642" y="78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purl.oclc.org/ooxml/officeDocument/relationships/presProps" Target="presProps.xml"/><Relationship Id="rId13" Type="http://schemas.microsoft.com/office/2018/10/relationships/authors" Target="authors.xml"/><Relationship Id="rId3" Type="http://purl.oclc.org/ooxml/officeDocument/relationships/customXml" Target="../customXml/item3.xml"/><Relationship Id="rId7" Type="http://purl.oclc.org/ooxml/officeDocument/relationships/handoutMaster" Target="handoutMasters/handoutMaster1.xml"/><Relationship Id="rId12" Type="http://schemas.microsoft.com/office/2016/11/relationships/changesInfo" Target="changesInfos/changesInfo1.xml"/><Relationship Id="rId2" Type="http://purl.oclc.org/ooxml/officeDocument/relationships/customXml" Target="../customXml/item2.xml"/><Relationship Id="rId1" Type="http://purl.oclc.org/ooxml/officeDocument/relationships/customXml" Target="../customXml/item1.xml"/><Relationship Id="rId6" Type="http://purl.oclc.org/ooxml/officeDocument/relationships/notesMaster" Target="notesMasters/notesMaster1.xml"/><Relationship Id="rId11" Type="http://purl.oclc.org/ooxml/officeDocument/relationships/tableStyles" Target="tableStyles.xml"/><Relationship Id="rId5" Type="http://purl.oclc.org/ooxml/officeDocument/relationships/slide" Target="slides/slide1.xml"/><Relationship Id="rId10" Type="http://purl.oclc.org/ooxml/officeDocument/relationships/theme" Target="theme/theme1.xml"/><Relationship Id="rId4" Type="http://purl.oclc.org/ooxml/officeDocument/relationships/slideMaster" Target="slideMasters/slideMaster1.xml"/><Relationship Id="rId9" Type="http://purl.oclc.org/ooxml/officeDocument/relationships/viewProps" Target="viewProps.xml"/></Relationships>
</file>

<file path=ppt/changesInfos/changesInfo1.xml><?xml version="1.0" encoding="utf-8"?>
<pc:chgInfo xmlns:a="http://purl.oclc.org/ooxml/drawingml/main" xmlns:r="http://purl.oclc.org/ooxml/officeDocument/relationships" xmlns:ac="http://schemas.microsoft.com/office/drawing/2013/main/command" xmlns:pc="http://schemas.microsoft.com/office/powerpoint/2013/main/command">
  <pc:docChgLst>
    <pc:chgData name="Théophile Raimbault" userId="046ba1cf-2c1d-4809-a7e7-316b8cb955e9" providerId="ADAL" clId="{20AFCF30-B93C-4EC9-9EF4-C788B862CA11}"/>
    <pc:docChg chg="undo custSel modSld">
      <pc:chgData name="Théophile Raimbault" userId="046ba1cf-2c1d-4809-a7e7-316b8cb955e9" providerId="ADAL" clId="{20AFCF30-B93C-4EC9-9EF4-C788B862CA11}" dt="2026-06-16T14:40:43.525" v="49" actId="478"/>
      <pc:docMkLst>
        <pc:docMk/>
      </pc:docMkLst>
      <pc:sldChg chg="addSp delSp modSp mod">
        <pc:chgData name="Théophile Raimbault" userId="046ba1cf-2c1d-4809-a7e7-316b8cb955e9" providerId="ADAL" clId="{20AFCF30-B93C-4EC9-9EF4-C788B862CA11}" dt="2026-06-16T14:40:43.525" v="49" actId="478"/>
        <pc:sldMkLst>
          <pc:docMk/>
          <pc:sldMk cId="2281100121" sldId="284"/>
        </pc:sldMkLst>
        <pc:spChg chg="del">
          <ac:chgData name="Théophile Raimbault" userId="046ba1cf-2c1d-4809-a7e7-316b8cb955e9" providerId="ADAL" clId="{20AFCF30-B93C-4EC9-9EF4-C788B862CA11}" dt="2026-06-16T14:39:05.828" v="22" actId="478"/>
          <ac:spMkLst>
            <pc:docMk/>
            <pc:sldMk cId="2281100121" sldId="284"/>
            <ac:spMk id="10" creationId="{304A66CF-A70E-7FF3-40FD-51B171212B06}"/>
          </ac:spMkLst>
        </pc:spChg>
        <pc:spChg chg="add del">
          <ac:chgData name="Théophile Raimbault" userId="046ba1cf-2c1d-4809-a7e7-316b8cb955e9" providerId="ADAL" clId="{20AFCF30-B93C-4EC9-9EF4-C788B862CA11}" dt="2026-06-16T14:39:16.178" v="24" actId="22"/>
          <ac:spMkLst>
            <pc:docMk/>
            <pc:sldMk cId="2281100121" sldId="284"/>
            <ac:spMk id="11" creationId="{23F548C5-B3FE-8B57-8D2F-D3FBCFE5D4FD}"/>
          </ac:spMkLst>
        </pc:spChg>
        <pc:spChg chg="mod">
          <ac:chgData name="Théophile Raimbault" userId="046ba1cf-2c1d-4809-a7e7-316b8cb955e9" providerId="ADAL" clId="{20AFCF30-B93C-4EC9-9EF4-C788B862CA11}" dt="2026-06-10T12:13:12.294" v="10" actId="164"/>
          <ac:spMkLst>
            <pc:docMk/>
            <pc:sldMk cId="2281100121" sldId="284"/>
            <ac:spMk id="17" creationId="{5BE26800-2AD3-793B-067D-5B81DDFE0D00}"/>
          </ac:spMkLst>
        </pc:spChg>
        <pc:spChg chg="mod">
          <ac:chgData name="Théophile Raimbault" userId="046ba1cf-2c1d-4809-a7e7-316b8cb955e9" providerId="ADAL" clId="{20AFCF30-B93C-4EC9-9EF4-C788B862CA11}" dt="2026-06-10T12:13:12.294" v="10" actId="164"/>
          <ac:spMkLst>
            <pc:docMk/>
            <pc:sldMk cId="2281100121" sldId="284"/>
            <ac:spMk id="46" creationId="{00E795ED-6324-46E1-6465-B0695002A20F}"/>
          </ac:spMkLst>
        </pc:spChg>
        <pc:spChg chg="mod">
          <ac:chgData name="Théophile Raimbault" userId="046ba1cf-2c1d-4809-a7e7-316b8cb955e9" providerId="ADAL" clId="{20AFCF30-B93C-4EC9-9EF4-C788B862CA11}" dt="2026-06-10T12:13:12.294" v="10" actId="164"/>
          <ac:spMkLst>
            <pc:docMk/>
            <pc:sldMk cId="2281100121" sldId="284"/>
            <ac:spMk id="48" creationId="{C28362AF-7BD8-DB2A-3CB2-730D2C547EF7}"/>
          </ac:spMkLst>
        </pc:spChg>
        <pc:spChg chg="mod">
          <ac:chgData name="Théophile Raimbault" userId="046ba1cf-2c1d-4809-a7e7-316b8cb955e9" providerId="ADAL" clId="{20AFCF30-B93C-4EC9-9EF4-C788B862CA11}" dt="2026-06-10T12:13:12.294" v="10" actId="164"/>
          <ac:spMkLst>
            <pc:docMk/>
            <pc:sldMk cId="2281100121" sldId="284"/>
            <ac:spMk id="52" creationId="{785B1964-E8B7-6C7A-5580-BE1C2C38DF7C}"/>
          </ac:spMkLst>
        </pc:spChg>
        <pc:spChg chg="mod">
          <ac:chgData name="Théophile Raimbault" userId="046ba1cf-2c1d-4809-a7e7-316b8cb955e9" providerId="ADAL" clId="{20AFCF30-B93C-4EC9-9EF4-C788B862CA11}" dt="2026-06-10T12:13:12.294" v="10" actId="164"/>
          <ac:spMkLst>
            <pc:docMk/>
            <pc:sldMk cId="2281100121" sldId="284"/>
            <ac:spMk id="59" creationId="{60B72A13-3C87-524F-18C7-36E821E6D4A3}"/>
          </ac:spMkLst>
        </pc:spChg>
        <pc:spChg chg="mod">
          <ac:chgData name="Théophile Raimbault" userId="046ba1cf-2c1d-4809-a7e7-316b8cb955e9" providerId="ADAL" clId="{20AFCF30-B93C-4EC9-9EF4-C788B862CA11}" dt="2026-06-10T12:13:12.294" v="10" actId="164"/>
          <ac:spMkLst>
            <pc:docMk/>
            <pc:sldMk cId="2281100121" sldId="284"/>
            <ac:spMk id="60" creationId="{B33ACF1B-A37F-99FB-EF14-552D35F3A910}"/>
          </ac:spMkLst>
        </pc:spChg>
        <pc:spChg chg="mod">
          <ac:chgData name="Théophile Raimbault" userId="046ba1cf-2c1d-4809-a7e7-316b8cb955e9" providerId="ADAL" clId="{20AFCF30-B93C-4EC9-9EF4-C788B862CA11}" dt="2026-06-10T12:13:12.294" v="10" actId="164"/>
          <ac:spMkLst>
            <pc:docMk/>
            <pc:sldMk cId="2281100121" sldId="284"/>
            <ac:spMk id="61" creationId="{C302A9E4-A6BF-3C11-F027-5059A680EE7A}"/>
          </ac:spMkLst>
        </pc:spChg>
        <pc:spChg chg="mod">
          <ac:chgData name="Théophile Raimbault" userId="046ba1cf-2c1d-4809-a7e7-316b8cb955e9" providerId="ADAL" clId="{20AFCF30-B93C-4EC9-9EF4-C788B862CA11}" dt="2026-06-10T12:13:12.294" v="10" actId="164"/>
          <ac:spMkLst>
            <pc:docMk/>
            <pc:sldMk cId="2281100121" sldId="284"/>
            <ac:spMk id="62" creationId="{FAE62F70-1A04-8C1D-58F3-AF4B472C79DD}"/>
          </ac:spMkLst>
        </pc:spChg>
        <pc:spChg chg="mod">
          <ac:chgData name="Théophile Raimbault" userId="046ba1cf-2c1d-4809-a7e7-316b8cb955e9" providerId="ADAL" clId="{20AFCF30-B93C-4EC9-9EF4-C788B862CA11}" dt="2026-06-10T12:13:12.294" v="10" actId="164"/>
          <ac:spMkLst>
            <pc:docMk/>
            <pc:sldMk cId="2281100121" sldId="284"/>
            <ac:spMk id="63" creationId="{0CE63BC5-4BC9-8825-82A7-ED9266DCABEB}"/>
          </ac:spMkLst>
        </pc:spChg>
        <pc:spChg chg="mod">
          <ac:chgData name="Théophile Raimbault" userId="046ba1cf-2c1d-4809-a7e7-316b8cb955e9" providerId="ADAL" clId="{20AFCF30-B93C-4EC9-9EF4-C788B862CA11}" dt="2026-06-10T12:14:10.369" v="21"/>
          <ac:spMkLst>
            <pc:docMk/>
            <pc:sldMk cId="2281100121" sldId="284"/>
            <ac:spMk id="64" creationId="{AACE22E0-CD57-856C-268D-9B4CC6B9CF0F}"/>
          </ac:spMkLst>
        </pc:spChg>
        <pc:spChg chg="mod">
          <ac:chgData name="Théophile Raimbault" userId="046ba1cf-2c1d-4809-a7e7-316b8cb955e9" providerId="ADAL" clId="{20AFCF30-B93C-4EC9-9EF4-C788B862CA11}" dt="2026-06-10T12:14:10.369" v="21"/>
          <ac:spMkLst>
            <pc:docMk/>
            <pc:sldMk cId="2281100121" sldId="284"/>
            <ac:spMk id="65" creationId="{A5ABCB18-0C9B-F41D-B3D1-0ABC6A3848F3}"/>
          </ac:spMkLst>
        </pc:spChg>
        <pc:spChg chg="mod">
          <ac:chgData name="Théophile Raimbault" userId="046ba1cf-2c1d-4809-a7e7-316b8cb955e9" providerId="ADAL" clId="{20AFCF30-B93C-4EC9-9EF4-C788B862CA11}" dt="2026-06-10T12:14:10.369" v="21"/>
          <ac:spMkLst>
            <pc:docMk/>
            <pc:sldMk cId="2281100121" sldId="284"/>
            <ac:spMk id="66" creationId="{1FCD33B8-2E11-3719-750F-A682C4CBA398}"/>
          </ac:spMkLst>
        </pc:spChg>
        <pc:grpChg chg="add mod">
          <ac:chgData name="Théophile Raimbault" userId="046ba1cf-2c1d-4809-a7e7-316b8cb955e9" providerId="ADAL" clId="{20AFCF30-B93C-4EC9-9EF4-C788B862CA11}" dt="2026-06-10T12:12:43.992" v="5" actId="1076"/>
          <ac:grpSpMkLst>
            <pc:docMk/>
            <pc:sldMk cId="2281100121" sldId="284"/>
            <ac:grpSpMk id="2" creationId="{B8EC67CE-A226-062F-23D3-172FFEE7AEC8}"/>
          </ac:grpSpMkLst>
        </pc:grpChg>
        <pc:grpChg chg="add mod">
          <ac:chgData name="Théophile Raimbault" userId="046ba1cf-2c1d-4809-a7e7-316b8cb955e9" providerId="ADAL" clId="{20AFCF30-B93C-4EC9-9EF4-C788B862CA11}" dt="2026-06-10T12:12:40.478" v="3" actId="164"/>
          <ac:grpSpMkLst>
            <pc:docMk/>
            <pc:sldMk cId="2281100121" sldId="284"/>
            <ac:grpSpMk id="4" creationId="{F38BAD07-A24F-57A0-604C-C6FB1A76DE36}"/>
          </ac:grpSpMkLst>
        </pc:grpChg>
        <pc:grpChg chg="add mod">
          <ac:chgData name="Théophile Raimbault" userId="046ba1cf-2c1d-4809-a7e7-316b8cb955e9" providerId="ADAL" clId="{20AFCF30-B93C-4EC9-9EF4-C788B862CA11}" dt="2026-06-10T12:14:10.369" v="21"/>
          <ac:grpSpMkLst>
            <pc:docMk/>
            <pc:sldMk cId="2281100121" sldId="284"/>
            <ac:grpSpMk id="9" creationId="{86F24BC6-AD56-FC75-A455-C23AD5E7E13E}"/>
          </ac:grpSpMkLst>
        </pc:grpChg>
        <pc:grpChg chg="mod">
          <ac:chgData name="Théophile Raimbault" userId="046ba1cf-2c1d-4809-a7e7-316b8cb955e9" providerId="ADAL" clId="{20AFCF30-B93C-4EC9-9EF4-C788B862CA11}" dt="2026-06-10T12:12:37.191" v="2" actId="164"/>
          <ac:grpSpMkLst>
            <pc:docMk/>
            <pc:sldMk cId="2281100121" sldId="284"/>
            <ac:grpSpMk id="68" creationId="{700B2734-753A-B97F-9D91-E0236ADE0D50}"/>
          </ac:grpSpMkLst>
        </pc:grpChg>
        <pc:grpChg chg="mod">
          <ac:chgData name="Théophile Raimbault" userId="046ba1cf-2c1d-4809-a7e7-316b8cb955e9" providerId="ADAL" clId="{20AFCF30-B93C-4EC9-9EF4-C788B862CA11}" dt="2026-06-10T12:12:40.478" v="3" actId="164"/>
          <ac:grpSpMkLst>
            <pc:docMk/>
            <pc:sldMk cId="2281100121" sldId="284"/>
            <ac:grpSpMk id="74" creationId="{1F4A5C31-A205-CEE3-59CA-4C138D8CA3F1}"/>
          </ac:grpSpMkLst>
        </pc:grpChg>
        <pc:picChg chg="mod">
          <ac:chgData name="Théophile Raimbault" userId="046ba1cf-2c1d-4809-a7e7-316b8cb955e9" providerId="ADAL" clId="{20AFCF30-B93C-4EC9-9EF4-C788B862CA11}" dt="2026-06-10T12:13:12.294" v="10" actId="164"/>
          <ac:picMkLst>
            <pc:docMk/>
            <pc:sldMk cId="2281100121" sldId="284"/>
            <ac:picMk id="6" creationId="{D1F7A7B5-F3B1-9C70-72DC-8B49E9504576}"/>
          </ac:picMkLst>
        </pc:picChg>
        <pc:picChg chg="mod">
          <ac:chgData name="Théophile Raimbault" userId="046ba1cf-2c1d-4809-a7e7-316b8cb955e9" providerId="ADAL" clId="{20AFCF30-B93C-4EC9-9EF4-C788B862CA11}" dt="2026-06-10T12:12:37.191" v="2" actId="164"/>
          <ac:picMkLst>
            <pc:docMk/>
            <pc:sldMk cId="2281100121" sldId="284"/>
            <ac:picMk id="12" creationId="{C261C0F4-E9A0-C992-2086-E487F7A5BCFF}"/>
          </ac:picMkLst>
        </pc:picChg>
        <pc:picChg chg="mod">
          <ac:chgData name="Théophile Raimbault" userId="046ba1cf-2c1d-4809-a7e7-316b8cb955e9" providerId="ADAL" clId="{20AFCF30-B93C-4EC9-9EF4-C788B862CA11}" dt="2026-06-10T12:12:40.478" v="3" actId="164"/>
          <ac:picMkLst>
            <pc:docMk/>
            <pc:sldMk cId="2281100121" sldId="284"/>
            <ac:picMk id="13" creationId="{32C8390A-A7F5-BDE1-1949-286BBF182E04}"/>
          </ac:picMkLst>
        </pc:picChg>
        <pc:picChg chg="add mod">
          <ac:chgData name="Théophile Raimbault" userId="046ba1cf-2c1d-4809-a7e7-316b8cb955e9" providerId="ADAL" clId="{20AFCF30-B93C-4EC9-9EF4-C788B862CA11}" dt="2026-06-16T14:40:00.276" v="37" actId="1076"/>
          <ac:picMkLst>
            <pc:docMk/>
            <pc:sldMk cId="2281100121" sldId="284"/>
            <ac:picMk id="18" creationId="{151F4121-719B-7719-AC87-263C9CC2A6C7}"/>
          </ac:picMkLst>
        </pc:picChg>
        <pc:picChg chg="add del mod">
          <ac:chgData name="Théophile Raimbault" userId="046ba1cf-2c1d-4809-a7e7-316b8cb955e9" providerId="ADAL" clId="{20AFCF30-B93C-4EC9-9EF4-C788B862CA11}" dt="2026-06-16T14:40:43.525" v="49" actId="478"/>
          <ac:picMkLst>
            <pc:docMk/>
            <pc:sldMk cId="2281100121" sldId="284"/>
            <ac:picMk id="21" creationId="{3EE05EC4-DD01-B609-5B9A-D63723E94065}"/>
          </ac:picMkLst>
        </pc:picChg>
        <pc:picChg chg="mod modCrop">
          <ac:chgData name="Théophile Raimbault" userId="046ba1cf-2c1d-4809-a7e7-316b8cb955e9" providerId="ADAL" clId="{20AFCF30-B93C-4EC9-9EF4-C788B862CA11}" dt="2026-06-10T12:13:41.247" v="15" actId="732"/>
          <ac:picMkLst>
            <pc:docMk/>
            <pc:sldMk cId="2281100121" sldId="284"/>
            <ac:picMk id="32" creationId="{55F0FD74-201E-DC92-381F-19577AD10BCF}"/>
          </ac:picMkLst>
        </pc:picChg>
        <pc:picChg chg="mod modCrop">
          <ac:chgData name="Théophile Raimbault" userId="046ba1cf-2c1d-4809-a7e7-316b8cb955e9" providerId="ADAL" clId="{20AFCF30-B93C-4EC9-9EF4-C788B862CA11}" dt="2026-06-10T12:14:10.369" v="21"/>
          <ac:picMkLst>
            <pc:docMk/>
            <pc:sldMk cId="2281100121" sldId="284"/>
            <ac:picMk id="34" creationId="{B53E33DA-1F9B-B6C8-8219-E9CAEC9FF2D8}"/>
          </ac:picMkLst>
        </pc:picChg>
        <pc:picChg chg="mod">
          <ac:chgData name="Théophile Raimbault" userId="046ba1cf-2c1d-4809-a7e7-316b8cb955e9" providerId="ADAL" clId="{20AFCF30-B93C-4EC9-9EF4-C788B862CA11}" dt="2026-06-16T14:39:48.796" v="34" actId="1076"/>
          <ac:picMkLst>
            <pc:docMk/>
            <pc:sldMk cId="2281100121" sldId="284"/>
            <ac:picMk id="86" creationId="{6DB3DA77-0F98-05A8-22EC-A401B9CF2773}"/>
          </ac:picMkLst>
        </pc:picChg>
      </pc:sldChg>
    </pc:docChg>
  </pc:docChgLst>
  <pc:docChgLst>
    <pc:chgData name="Gustavo Lopez" userId="c59932a2-59db-454a-91c4-52ea4a9d6577" providerId="ADAL" clId="{7A761EED-76D4-4B38-815B-FBD9E3CF6F27}"/>
    <pc:docChg chg="undo custSel modSld">
      <pc:chgData name="Gustavo Lopez" userId="c59932a2-59db-454a-91c4-52ea4a9d6577" providerId="ADAL" clId="{7A761EED-76D4-4B38-815B-FBD9E3CF6F27}" dt="2026-06-10T09:24:19.916" v="238" actId="14734"/>
      <pc:docMkLst>
        <pc:docMk/>
      </pc:docMkLst>
      <pc:sldChg chg="addSp modSp mod">
        <pc:chgData name="Gustavo Lopez" userId="c59932a2-59db-454a-91c4-52ea4a9d6577" providerId="ADAL" clId="{7A761EED-76D4-4B38-815B-FBD9E3CF6F27}" dt="2026-06-10T09:24:19.916" v="238" actId="14734"/>
        <pc:sldMkLst>
          <pc:docMk/>
          <pc:sldMk cId="2281100121" sldId="284"/>
        </pc:sldMkLst>
        <pc:spChg chg="add mod">
          <ac:chgData name="Gustavo Lopez" userId="c59932a2-59db-454a-91c4-52ea4a9d6577" providerId="ADAL" clId="{7A761EED-76D4-4B38-815B-FBD9E3CF6F27}" dt="2026-06-10T09:05:26.785" v="87" actId="1037"/>
          <ac:spMkLst>
            <pc:docMk/>
            <pc:sldMk cId="2281100121" sldId="284"/>
            <ac:spMk id="19" creationId="{E5E9EE76-E9C1-5DFB-D1D1-9C5B61BD30F1}"/>
          </ac:spMkLst>
        </pc:spChg>
        <pc:spChg chg="mod">
          <ac:chgData name="Gustavo Lopez" userId="c59932a2-59db-454a-91c4-52ea4a9d6577" providerId="ADAL" clId="{7A761EED-76D4-4B38-815B-FBD9E3CF6F27}" dt="2026-06-10T09:05:12.807" v="57" actId="1076"/>
          <ac:spMkLst>
            <pc:docMk/>
            <pc:sldMk cId="2281100121" sldId="284"/>
            <ac:spMk id="84" creationId="{4979EAE5-0D18-24F7-51E6-C0D5C94E74A4}"/>
          </ac:spMkLst>
        </pc:spChg>
        <pc:graphicFrameChg chg="mod modGraphic">
          <ac:chgData name="Gustavo Lopez" userId="c59932a2-59db-454a-91c4-52ea4a9d6577" providerId="ADAL" clId="{7A761EED-76D4-4B38-815B-FBD9E3CF6F27}" dt="2026-06-10T09:24:19.916" v="238" actId="14734"/>
          <ac:graphicFrameMkLst>
            <pc:docMk/>
            <pc:sldMk cId="2281100121" sldId="284"/>
            <ac:graphicFrameMk id="45" creationId="{A1F2B493-A4BB-2CD3-BBD8-6B8FAF020D3C}"/>
          </ac:graphicFrameMkLst>
        </pc:graphicFrameChg>
        <pc:picChg chg="mod">
          <ac:chgData name="Gustavo Lopez" userId="c59932a2-59db-454a-91c4-52ea4a9d6577" providerId="ADAL" clId="{7A761EED-76D4-4B38-815B-FBD9E3CF6F27}" dt="2026-06-10T09:02:07.435" v="0"/>
          <ac:picMkLst>
            <pc:docMk/>
            <pc:sldMk cId="2281100121" sldId="284"/>
            <ac:picMk id="13" creationId="{32C8390A-A7F5-BDE1-1949-286BBF182E0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purl.oclc.org/ooxml/officeDocument/relationships/theme" Target="../theme/theme3.xml"/></Relationships>
</file>

<file path=ppt/handoutMasters/handoutMaster1.xml><?xml version="1.0" encoding="utf-8"?>
<p:handoutMaster xmlns:a="http://purl.oclc.org/ooxml/drawingml/main" xmlns:r="http://purl.oclc.org/ooxml/officeDocument/relationships" xmlns:p="http://purl.oclc.org/ooxml/presentationml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4B14F269-9173-FC49-B988-9E9736139D91}" type="datetime1">
              <a:rPr lang="en-US" smtClean="0"/>
              <a:pPr/>
              <a:t>6/16/2026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0D5C2AF6-A276-CD44-BCA8-10BF610B3CDD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6983813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purl.oclc.org/ooxml/officeDocument/relationships/theme" Target="../theme/theme2.xml"/></Relationships>
</file>

<file path=ppt/notesMasters/notesMaster1.xml><?xml version="1.0" encoding="utf-8"?>
<p:notesMaster xmlns:a="http://purl.oclc.org/ooxml/drawingml/main" xmlns:r="http://purl.oclc.org/ooxml/officeDocument/relationships" xmlns:p="http://purl.oclc.org/ooxml/presentationml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01FCC812-23AE-FE4D-9B4A-4AF0E37B75E6}" type="datetime1">
              <a:rPr lang="en-US" smtClean="0"/>
              <a:pPr/>
              <a:t>6/16/2026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nl-BE"/>
              <a:t>Klik om de tekststijl van het model te bewerken</a:t>
            </a:r>
          </a:p>
          <a:p>
            <a:pPr lvl="1"/>
            <a:r>
              <a:rPr lang="nl-BE"/>
              <a:t>Tweede niveau</a:t>
            </a:r>
          </a:p>
          <a:p>
            <a:pPr lvl="2"/>
            <a:r>
              <a:rPr lang="nl-BE"/>
              <a:t>Derde niveau</a:t>
            </a:r>
          </a:p>
          <a:p>
            <a:pPr lvl="3"/>
            <a:r>
              <a:rPr lang="nl-BE"/>
              <a:t>Vierde niveau</a:t>
            </a:r>
          </a:p>
          <a:p>
            <a:pPr lvl="4"/>
            <a:r>
              <a:rPr lang="nl-BE"/>
              <a:t>Vijfde niveau</a:t>
            </a:r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2C11FDA8-A123-3540-B427-6FB1147E5552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5019546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purl.oclc.org/ooxml/officeDocument/relationships/image" Target="../media/image4.png"/><Relationship Id="rId2" Type="http://purl.oclc.org/ooxml/officeDocument/relationships/image" Target="../media/image3.png"/><Relationship Id="rId1" Type="http://purl.oclc.org/ooxml/officeDocument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purl.oclc.org/ooxml/officeDocument/relationships/image" Target="../media/image5.png"/><Relationship Id="rId1" Type="http://purl.oclc.org/ooxml/officeDocument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purl.oclc.org/ooxml/officeDocument/relationships/image" Target="../media/image5.png"/><Relationship Id="rId1" Type="http://purl.oclc.org/ooxml/officeDocument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purl.oclc.org/ooxml/officeDocument/relationships/image" Target="../media/image2.png"/><Relationship Id="rId2" Type="http://purl.oclc.org/ooxml/officeDocument/relationships/image" Target="../media/image1.png"/><Relationship Id="rId1" Type="http://purl.oclc.org/ooxml/officeDocument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purl.oclc.org/ooxml/officeDocument/relationships/image" Target="../media/image2.png"/><Relationship Id="rId2" Type="http://purl.oclc.org/ooxml/officeDocument/relationships/image" Target="../media/image1.png"/><Relationship Id="rId1" Type="http://purl.oclc.org/ooxml/officeDocument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purl.oclc.org/ooxml/officeDocument/relationships/image" Target="../media/image2.png"/><Relationship Id="rId1" Type="http://purl.oclc.org/ooxml/officeDocument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purl.oclc.org/ooxml/officeDocument/relationships/image" Target="../media/image2.png"/><Relationship Id="rId1" Type="http://purl.oclc.org/ooxml/officeDocument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purl.oclc.org/ooxml/officeDocument/relationships/image" Target="../media/image2.png"/><Relationship Id="rId1" Type="http://purl.oclc.org/ooxml/officeDocument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purl.oclc.org/ooxml/officeDocument/relationships/image" Target="../media/image6.png"/><Relationship Id="rId1" Type="http://purl.oclc.org/ooxml/officeDocument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purl.oclc.org/ooxml/officeDocument/relationships/image" Target="../media/image13.png"/><Relationship Id="rId3" Type="http://purl.oclc.org/ooxml/officeDocument/relationships/image" Target="../media/image8.png"/><Relationship Id="rId7" Type="http://purl.oclc.org/ooxml/officeDocument/relationships/image" Target="../media/image12.jpeg"/><Relationship Id="rId2" Type="http://purl.oclc.org/ooxml/officeDocument/relationships/image" Target="../media/image7.png"/><Relationship Id="rId1" Type="http://purl.oclc.org/ooxml/officeDocument/relationships/slideMaster" Target="../slideMasters/slideMaster1.xml"/><Relationship Id="rId6" Type="http://purl.oclc.org/ooxml/officeDocument/relationships/image" Target="../media/image11.png"/><Relationship Id="rId5" Type="http://purl.oclc.org/ooxml/officeDocument/relationships/image" Target="../media/image10.png"/><Relationship Id="rId4" Type="http://purl.oclc.org/ooxml/officeDocument/relationships/image" Target="../media/image9.png"/></Relationships>
</file>

<file path=ppt/slideLayouts/slideLayout1.xml><?xml version="1.0" encoding="utf-8"?>
<p:sldLayout xmlns:a="http://purl.oclc.org/ooxml/drawingml/main" xmlns:r="http://purl.oclc.org/ooxml/officeDocument/relationships" xmlns:p="http://purl.oclc.org/ooxml/presentationml/main" type="title" preserve="1">
  <p:cSld name="Cover Slide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1761067" y="3139033"/>
            <a:ext cx="8669867" cy="553999"/>
          </a:xfrm>
        </p:spPr>
        <p:txBody>
          <a:bodyPr wrap="square">
            <a:spAutoFit/>
          </a:bodyPr>
          <a:lstStyle>
            <a:lvl1pPr algn="ctr">
              <a:defRPr sz="3000" b="1" i="0" baseline="0%">
                <a:latin typeface="Open Sans"/>
              </a:defRPr>
            </a:lvl1pPr>
          </a:lstStyle>
          <a:p>
            <a:r>
              <a:rPr lang="nl-BE" dirty="0"/>
              <a:t>Click here to add title</a:t>
            </a:r>
            <a:endParaRPr lang="nl-NL" dirty="0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591EE22F-2837-AC40-BCC7-F676814B4975}"/>
              </a:ext>
            </a:extLst>
          </p:cNvPr>
          <p:cNvSpPr/>
          <p:nvPr userDrawn="1"/>
        </p:nvSpPr>
        <p:spPr>
          <a:xfrm>
            <a:off x="559558" y="388961"/>
            <a:ext cx="3848669" cy="11464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%" g="0%" b="0%"/>
          </a:lnRef>
          <a:fillRef idx="0">
            <a:scrgbClr r="0%" g="0%" b="0%"/>
          </a:fillRef>
          <a:effectRef idx="0">
            <a:scrgbClr r="0%" g="0%" b="0%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BE" b="0" cap="none" spc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FDA2F3-3CDF-4E1E-BB75-A48F62F53E4D}"/>
              </a:ext>
            </a:extLst>
          </p:cNvPr>
          <p:cNvSpPr/>
          <p:nvPr userDrawn="1"/>
        </p:nvSpPr>
        <p:spPr>
          <a:xfrm>
            <a:off x="331707" y="5653245"/>
            <a:ext cx="2341984" cy="9703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" name="Subtitel 2"/>
          <p:cNvSpPr>
            <a:spLocks noGrp="1"/>
          </p:cNvSpPr>
          <p:nvPr>
            <p:ph type="subTitle" idx="1" hasCustomPrompt="1"/>
          </p:nvPr>
        </p:nvSpPr>
        <p:spPr>
          <a:xfrm>
            <a:off x="2482212" y="5624135"/>
            <a:ext cx="7227576" cy="372718"/>
          </a:xfrm>
        </p:spPr>
        <p:txBody>
          <a:bodyPr>
            <a:normAutofit/>
          </a:bodyPr>
          <a:lstStyle>
            <a:lvl1pPr marL="0" indent="0" algn="ctr">
              <a:buNone/>
              <a:defRPr sz="1600" baseline="0%">
                <a:solidFill>
                  <a:schemeClr val="tx1"/>
                </a:solidFill>
                <a:latin typeface="Open Sans"/>
              </a:defRPr>
            </a:lvl1pPr>
            <a:lvl2pPr marL="4572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9pPr>
          </a:lstStyle>
          <a:p>
            <a:r>
              <a:rPr lang="nl-BE" dirty="0"/>
              <a:t>Click here to add author</a:t>
            </a:r>
            <a:endParaRPr lang="nl-NL" dirty="0"/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B23F3FF-E68C-BF3B-16DA-4B7471A281B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82" y="131859"/>
            <a:ext cx="3279026" cy="132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044684"/>
      </p:ext>
    </p:extLst>
  </p:cSld>
  <p:clrMapOvr>
    <a:masterClrMapping/>
  </p:clrMapOvr>
</p:sldLayout>
</file>

<file path=ppt/slideLayouts/slideLayout2.xml><?xml version="1.0" encoding="utf-8"?>
<p:sldLayout xmlns:a="http://purl.oclc.org/ooxml/drawingml/main" xmlns:r="http://purl.oclc.org/ooxml/officeDocument/relationships" xmlns:p="http://purl.oclc.org/ooxml/presentationml/main" showMasterSp="0" preserve="1" userDrawn="1">
  <p:cSld name="Index Slide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inhoud 2"/>
          <p:cNvSpPr>
            <a:spLocks noGrp="1"/>
          </p:cNvSpPr>
          <p:nvPr>
            <p:ph idx="10" hasCustomPrompt="1"/>
          </p:nvPr>
        </p:nvSpPr>
        <p:spPr>
          <a:xfrm>
            <a:off x="0" y="1284282"/>
            <a:ext cx="12192000" cy="4300627"/>
          </a:xfrm>
        </p:spPr>
        <p:txBody>
          <a:bodyPr anchor="ctr" anchorCtr="0"/>
          <a:lstStyle>
            <a:lvl1pPr algn="ctr">
              <a:spcAft>
                <a:spcPts val="1200"/>
              </a:spcAft>
              <a:defRPr sz="2500">
                <a:latin typeface="Open Sans Semibold"/>
              </a:defRPr>
            </a:lvl1pPr>
            <a:lvl2pPr marL="0" indent="0" algn="ctr">
              <a:buFontTx/>
              <a:buNone/>
              <a:defRPr sz="1800"/>
            </a:lvl2pPr>
            <a:lvl4pPr>
              <a:defRPr sz="1800"/>
            </a:lvl4pPr>
          </a:lstStyle>
          <a:p>
            <a:pPr lvl="0"/>
            <a:r>
              <a:rPr lang="nl-BE" dirty="0"/>
              <a:t>Click here to add index</a:t>
            </a:r>
          </a:p>
          <a:p>
            <a:pPr lvl="1"/>
            <a:r>
              <a:rPr lang="nl-BE" dirty="0"/>
              <a:t>Tweede niveau</a:t>
            </a:r>
          </a:p>
        </p:txBody>
      </p:sp>
    </p:spTree>
    <p:extLst>
      <p:ext uri="{BB962C8B-B14F-4D97-AF65-F5344CB8AC3E}">
        <p14:creationId xmlns:p14="http://schemas.microsoft.com/office/powerpoint/2010/main" val="866042219"/>
      </p:ext>
    </p:extLst>
  </p:cSld>
  <p:clrMapOvr>
    <a:masterClrMapping/>
  </p:clrMapOvr>
</p:sldLayout>
</file>

<file path=ppt/slideLayouts/slideLayout3.xml><?xml version="1.0" encoding="utf-8"?>
<p:sldLayout xmlns:a="http://purl.oclc.org/ooxml/drawingml/main" xmlns:r="http://purl.oclc.org/ooxml/officeDocument/relationships" xmlns:p="http://purl.oclc.org/ooxml/presentationml/main" showMasterSp="0" preserve="1" userDrawn="1">
  <p:cSld name="Titeldia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96900" y="1465385"/>
            <a:ext cx="10998200" cy="2922098"/>
          </a:xfrm>
        </p:spPr>
        <p:txBody>
          <a:bodyPr anchor="ctr" anchorCtr="1"/>
          <a:lstStyle>
            <a:lvl1pPr algn="ctr">
              <a:defRPr baseline="0%"/>
            </a:lvl1pPr>
          </a:lstStyle>
          <a:p>
            <a:r>
              <a:rPr lang="nl-BE" dirty="0"/>
              <a:t>Click here to add 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31530559"/>
      </p:ext>
    </p:extLst>
  </p:cSld>
  <p:clrMapOvr>
    <a:masterClrMapping/>
  </p:clrMapOvr>
</p:sldLayout>
</file>

<file path=ppt/slideLayouts/slideLayout4.xml><?xml version="1.0" encoding="utf-8"?>
<p:sldLayout xmlns:a="http://purl.oclc.org/ooxml/drawingml/main" xmlns:r="http://purl.oclc.org/ooxml/officeDocument/relationships" xmlns:p="http://purl.oclc.org/ooxml/presentationml/main" showMasterSp="0" preserve="1" userDrawn="1">
  <p:cSld name="Text Slide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BE" dirty="0"/>
              <a:t>Click here to add title</a:t>
            </a:r>
            <a:endParaRPr lang="nl-NL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5B050-F41E-6A4C-B3F3-719635920FE4}" type="slidenum">
              <a:rPr lang="nl-NL" smtClean="0">
                <a:solidFill>
                  <a:srgbClr val="FFFFFE"/>
                </a:solidFill>
              </a:rPr>
              <a:pPr/>
              <a:t>‹#›</a:t>
            </a:fld>
            <a:endParaRPr lang="nl-NL" dirty="0">
              <a:solidFill>
                <a:srgbClr val="FFFFFE"/>
              </a:solidFill>
            </a:endParaRPr>
          </a:p>
        </p:txBody>
      </p:sp>
      <p:sp>
        <p:nvSpPr>
          <p:cNvPr id="6" name="Tijdelijke aanduiding voor inhoud 2"/>
          <p:cNvSpPr>
            <a:spLocks noGrp="1"/>
          </p:cNvSpPr>
          <p:nvPr>
            <p:ph idx="11" hasCustomPrompt="1"/>
          </p:nvPr>
        </p:nvSpPr>
        <p:spPr>
          <a:xfrm>
            <a:off x="596900" y="1686124"/>
            <a:ext cx="10998200" cy="4020903"/>
          </a:xfrm>
        </p:spPr>
        <p:txBody>
          <a:bodyPr/>
          <a:lstStyle/>
          <a:p>
            <a:pPr lvl="0"/>
            <a:r>
              <a:rPr lang="nl-BE" dirty="0"/>
              <a:t>Click here to add text</a:t>
            </a:r>
          </a:p>
          <a:p>
            <a:pPr lvl="1"/>
            <a:r>
              <a:rPr lang="nl-BE" dirty="0"/>
              <a:t>Tweede niveau</a:t>
            </a:r>
          </a:p>
          <a:p>
            <a:pPr lvl="2"/>
            <a:r>
              <a:rPr lang="nl-BE" dirty="0"/>
              <a:t>Derde niveau</a:t>
            </a:r>
          </a:p>
          <a:p>
            <a:pPr lvl="3"/>
            <a:r>
              <a:rPr lang="nl-BE" dirty="0"/>
              <a:t>Vierde niveau</a:t>
            </a:r>
          </a:p>
          <a:p>
            <a:pPr lvl="4"/>
            <a:r>
              <a:rPr lang="nl-BE" dirty="0"/>
              <a:t>Vijfde niveau</a:t>
            </a:r>
            <a:endParaRPr lang="nl-NL" dirty="0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8B2CF6E1-46F3-124B-8E03-0AE7626910A4}"/>
              </a:ext>
            </a:extLst>
          </p:cNvPr>
          <p:cNvSpPr/>
          <p:nvPr userDrawn="1"/>
        </p:nvSpPr>
        <p:spPr>
          <a:xfrm>
            <a:off x="596900" y="5807122"/>
            <a:ext cx="2371488" cy="8393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%" g="0%" b="0%"/>
          </a:lnRef>
          <a:fillRef idx="0">
            <a:scrgbClr r="0%" g="0%" b="0%"/>
          </a:fillRef>
          <a:effectRef idx="0">
            <a:scrgbClr r="0%" g="0%" b="0%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0FE355F-258C-34CA-017E-42552CDD25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386" y="5771108"/>
            <a:ext cx="2008915" cy="81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346567"/>
      </p:ext>
    </p:extLst>
  </p:cSld>
  <p:clrMapOvr>
    <a:masterClrMapping/>
  </p:clrMapOvr>
</p:sldLayout>
</file>

<file path=ppt/slideLayouts/slideLayout5.xml><?xml version="1.0" encoding="utf-8"?>
<p:sldLayout xmlns:a="http://purl.oclc.org/ooxml/drawingml/main" xmlns:r="http://purl.oclc.org/ooxml/officeDocument/relationships" xmlns:p="http://purl.oclc.org/ooxml/presentationml/main" showMasterSp="0" preserve="1" userDrawn="1">
  <p:cSld name="Image-Text Slide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BE" dirty="0"/>
              <a:t>Click here to add title</a:t>
            </a:r>
            <a:endParaRPr lang="nl-NL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5B050-F41E-6A4C-B3F3-719635920FE4}" type="slidenum">
              <a:rPr lang="nl-NL" smtClean="0">
                <a:solidFill>
                  <a:srgbClr val="FFFFFE"/>
                </a:solidFill>
              </a:rPr>
              <a:pPr/>
              <a:t>‹#›</a:t>
            </a:fld>
            <a:endParaRPr lang="nl-NL" dirty="0">
              <a:solidFill>
                <a:srgbClr val="FFFFFE"/>
              </a:solidFill>
            </a:endParaRPr>
          </a:p>
        </p:txBody>
      </p:sp>
      <p:sp>
        <p:nvSpPr>
          <p:cNvPr id="4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596898" y="1681612"/>
            <a:ext cx="5340359" cy="4025415"/>
          </a:xfrm>
        </p:spPr>
        <p:txBody>
          <a:bodyPr/>
          <a:lstStyle>
            <a:lvl1pPr>
              <a:defRPr baseline="0%"/>
            </a:lvl1pPr>
          </a:lstStyle>
          <a:p>
            <a:pPr lvl="0"/>
            <a:r>
              <a:rPr lang="nl-BE" dirty="0"/>
              <a:t>Click here to add image</a:t>
            </a:r>
            <a:endParaRPr lang="nl-NL" dirty="0"/>
          </a:p>
        </p:txBody>
      </p:sp>
      <p:sp>
        <p:nvSpPr>
          <p:cNvPr id="9" name="Tijdelijke aanduiding voor inhoud 2"/>
          <p:cNvSpPr>
            <a:spLocks noGrp="1"/>
          </p:cNvSpPr>
          <p:nvPr>
            <p:ph idx="11" hasCustomPrompt="1"/>
          </p:nvPr>
        </p:nvSpPr>
        <p:spPr>
          <a:xfrm>
            <a:off x="6219468" y="1686124"/>
            <a:ext cx="5375633" cy="4020903"/>
          </a:xfrm>
        </p:spPr>
        <p:txBody>
          <a:bodyPr/>
          <a:lstStyle/>
          <a:p>
            <a:pPr lvl="0"/>
            <a:r>
              <a:rPr lang="nl-BE" dirty="0"/>
              <a:t>Click here to add text</a:t>
            </a:r>
          </a:p>
          <a:p>
            <a:pPr lvl="1"/>
            <a:r>
              <a:rPr lang="nl-BE" dirty="0"/>
              <a:t>Tweede niveau</a:t>
            </a:r>
          </a:p>
          <a:p>
            <a:pPr lvl="2"/>
            <a:r>
              <a:rPr lang="nl-BE" dirty="0"/>
              <a:t>Derde niveau</a:t>
            </a:r>
          </a:p>
          <a:p>
            <a:pPr lvl="3"/>
            <a:r>
              <a:rPr lang="nl-BE" dirty="0"/>
              <a:t>Vierde niveau</a:t>
            </a:r>
          </a:p>
          <a:p>
            <a:pPr lvl="4"/>
            <a:r>
              <a:rPr lang="nl-BE" dirty="0"/>
              <a:t>Vijfde niveau</a:t>
            </a:r>
            <a:endParaRPr lang="nl-NL" dirty="0"/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7ADD15DB-1ACA-9644-AD1A-5B44C0DF9543}"/>
              </a:ext>
            </a:extLst>
          </p:cNvPr>
          <p:cNvSpPr/>
          <p:nvPr userDrawn="1"/>
        </p:nvSpPr>
        <p:spPr>
          <a:xfrm>
            <a:off x="596900" y="5807122"/>
            <a:ext cx="2371488" cy="8393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%" g="0%" b="0%"/>
          </a:lnRef>
          <a:fillRef idx="0">
            <a:scrgbClr r="0%" g="0%" b="0%"/>
          </a:fillRef>
          <a:effectRef idx="0">
            <a:scrgbClr r="0%" g="0%" b="0%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EBB99B5-FA9B-EEFD-D6AD-03C252D9B9D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386" y="5771108"/>
            <a:ext cx="2008915" cy="81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30763"/>
      </p:ext>
    </p:extLst>
  </p:cSld>
  <p:clrMapOvr>
    <a:masterClrMapping/>
  </p:clrMapOvr>
</p:sldLayout>
</file>

<file path=ppt/slideLayouts/slideLayout6.xml><?xml version="1.0" encoding="utf-8"?>
<p:sldLayout xmlns:a="http://purl.oclc.org/ooxml/drawingml/main" xmlns:r="http://purl.oclc.org/ooxml/officeDocument/relationships" xmlns:p="http://purl.oclc.org/ooxml/presentationml/main" showMasterSp="0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5B050-F41E-6A4C-B3F3-719635920FE4}" type="slidenum">
              <a:rPr lang="nl-NL" smtClean="0">
                <a:solidFill>
                  <a:srgbClr val="FFFFFE"/>
                </a:solidFill>
              </a:rPr>
              <a:pPr/>
              <a:t>‹#›</a:t>
            </a:fld>
            <a:endParaRPr lang="nl-NL" dirty="0">
              <a:solidFill>
                <a:srgbClr val="FFFFFE"/>
              </a:solidFill>
            </a:endParaRPr>
          </a:p>
        </p:txBody>
      </p:sp>
      <p:sp>
        <p:nvSpPr>
          <p:cNvPr id="5" name="Tijdelijke aanduiding voor inhoud 2"/>
          <p:cNvSpPr>
            <a:spLocks noGrp="1"/>
          </p:cNvSpPr>
          <p:nvPr>
            <p:ph idx="11" hasCustomPrompt="1"/>
          </p:nvPr>
        </p:nvSpPr>
        <p:spPr>
          <a:xfrm>
            <a:off x="596900" y="1686124"/>
            <a:ext cx="10998200" cy="4020903"/>
          </a:xfrm>
        </p:spPr>
        <p:txBody>
          <a:bodyPr/>
          <a:lstStyle>
            <a:lvl1pPr>
              <a:defRPr baseline="0%"/>
            </a:lvl1pPr>
          </a:lstStyle>
          <a:p>
            <a:pPr lvl="0"/>
            <a:r>
              <a:rPr lang="nl-BE" dirty="0"/>
              <a:t>Click here to add graph</a:t>
            </a:r>
            <a:endParaRPr lang="nl-NL" dirty="0"/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BC4C89F5-4C5F-904F-9601-1829BDE2D1D1}"/>
              </a:ext>
            </a:extLst>
          </p:cNvPr>
          <p:cNvSpPr/>
          <p:nvPr userDrawn="1"/>
        </p:nvSpPr>
        <p:spPr>
          <a:xfrm>
            <a:off x="596900" y="5807122"/>
            <a:ext cx="2371488" cy="8393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%" g="0%" b="0%"/>
          </a:lnRef>
          <a:fillRef idx="0">
            <a:scrgbClr r="0%" g="0%" b="0%"/>
          </a:fillRef>
          <a:effectRef idx="0">
            <a:scrgbClr r="0%" g="0%" b="0%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1DA6A5C-A88B-208E-5333-ADDD1F21D7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386" y="5800998"/>
            <a:ext cx="2008915" cy="81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624785"/>
      </p:ext>
    </p:extLst>
  </p:cSld>
  <p:clrMapOvr>
    <a:masterClrMapping/>
  </p:clrMapOvr>
</p:sldLayout>
</file>

<file path=ppt/slideLayouts/slideLayout7.xml><?xml version="1.0" encoding="utf-8"?>
<p:sldLayout xmlns:a="http://purl.oclc.org/ooxml/drawingml/main" xmlns:r="http://purl.oclc.org/ooxml/officeDocument/relationships" xmlns:p="http://purl.oclc.org/ooxml/presentationml/main" showMasterSp="0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5B050-F41E-6A4C-B3F3-719635920FE4}" type="slidenum">
              <a:rPr lang="nl-NL" smtClean="0">
                <a:solidFill>
                  <a:srgbClr val="FFFFFE"/>
                </a:solidFill>
              </a:rPr>
              <a:pPr/>
              <a:t>‹#›</a:t>
            </a:fld>
            <a:endParaRPr lang="nl-NL" dirty="0">
              <a:solidFill>
                <a:srgbClr val="FFFFFE"/>
              </a:solidFill>
            </a:endParaRPr>
          </a:p>
        </p:txBody>
      </p:sp>
      <p:sp>
        <p:nvSpPr>
          <p:cNvPr id="5" name="Tijdelijke aanduiding voor inhoud 2"/>
          <p:cNvSpPr>
            <a:spLocks noGrp="1"/>
          </p:cNvSpPr>
          <p:nvPr>
            <p:ph idx="11" hasCustomPrompt="1"/>
          </p:nvPr>
        </p:nvSpPr>
        <p:spPr>
          <a:xfrm>
            <a:off x="596900" y="1686124"/>
            <a:ext cx="10998200" cy="4020903"/>
          </a:xfrm>
        </p:spPr>
        <p:txBody>
          <a:bodyPr/>
          <a:lstStyle/>
          <a:p>
            <a:pPr lvl="0"/>
            <a:r>
              <a:rPr lang="nl-BE" dirty="0"/>
              <a:t>Click here to add table</a:t>
            </a:r>
            <a:endParaRPr lang="nl-NL" dirty="0"/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425123E1-4195-564B-99B5-9B1C5C2A7FF3}"/>
              </a:ext>
            </a:extLst>
          </p:cNvPr>
          <p:cNvSpPr/>
          <p:nvPr userDrawn="1"/>
        </p:nvSpPr>
        <p:spPr>
          <a:xfrm>
            <a:off x="596900" y="5807122"/>
            <a:ext cx="2371488" cy="8393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%" g="0%" b="0%"/>
          </a:lnRef>
          <a:fillRef idx="0">
            <a:scrgbClr r="0%" g="0%" b="0%"/>
          </a:fillRef>
          <a:effectRef idx="0">
            <a:scrgbClr r="0%" g="0%" b="0%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252C64A-C5E0-4A4E-61C3-BC673C7978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498" y="5817311"/>
            <a:ext cx="2008915" cy="81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357311"/>
      </p:ext>
    </p:extLst>
  </p:cSld>
  <p:clrMapOvr>
    <a:masterClrMapping/>
  </p:clrMapOvr>
</p:sldLayout>
</file>

<file path=ppt/slideLayouts/slideLayout8.xml><?xml version="1.0" encoding="utf-8"?>
<p:sldLayout xmlns:a="http://purl.oclc.org/ooxml/drawingml/main" xmlns:r="http://purl.oclc.org/ooxml/officeDocument/relationships" xmlns:p="http://purl.oclc.org/ooxml/presentationml/main" showMasterSp="0" preserve="1" userDrawn="1">
  <p:cSld name="Full Imag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0" y="1417638"/>
            <a:ext cx="12192000" cy="5440362"/>
          </a:xfrm>
        </p:spPr>
        <p:txBody>
          <a:bodyPr anchor="ctr" anchorCtr="1"/>
          <a:lstStyle>
            <a:lvl1pPr algn="ctr">
              <a:defRPr baseline="0%"/>
            </a:lvl1pPr>
          </a:lstStyle>
          <a:p>
            <a:pPr lvl="0"/>
            <a:r>
              <a:rPr lang="nl-BE" dirty="0"/>
              <a:t>Click here to add image</a:t>
            </a:r>
            <a:endParaRPr lang="nl-NL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5B050-F41E-6A4C-B3F3-719635920FE4}" type="slidenum">
              <a:rPr lang="nl-NL" smtClean="0">
                <a:solidFill>
                  <a:srgbClr val="FFFFFE"/>
                </a:solidFill>
              </a:rPr>
              <a:pPr/>
              <a:t>‹#›</a:t>
            </a:fld>
            <a:endParaRPr lang="nl-NL" dirty="0">
              <a:solidFill>
                <a:srgbClr val="FFFFFE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BE" dirty="0"/>
              <a:t>Click here to add title</a:t>
            </a:r>
            <a:endParaRPr lang="nl-NL" dirty="0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674E82A6-7169-984D-A703-5DD7F8D57524}"/>
              </a:ext>
            </a:extLst>
          </p:cNvPr>
          <p:cNvSpPr/>
          <p:nvPr userDrawn="1"/>
        </p:nvSpPr>
        <p:spPr>
          <a:xfrm>
            <a:off x="596900" y="5807122"/>
            <a:ext cx="2371488" cy="8393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%" g="0%" b="0%"/>
          </a:lnRef>
          <a:fillRef idx="0">
            <a:scrgbClr r="0%" g="0%" b="0%"/>
          </a:fillRef>
          <a:effectRef idx="0">
            <a:scrgbClr r="0%" g="0%" b="0%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F7E2502-B5DC-D7AC-CB6C-6435398D03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" y="5745389"/>
            <a:ext cx="2008915" cy="81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870164"/>
      </p:ext>
    </p:extLst>
  </p:cSld>
  <p:clrMapOvr>
    <a:masterClrMapping/>
  </p:clrMapOvr>
</p:sldLayout>
</file>

<file path=ppt/slideLayouts/slideLayout9.xml><?xml version="1.0" encoding="utf-8"?>
<p:sldLayout xmlns:a="http://purl.oclc.org/ooxml/drawingml/main" xmlns:r="http://purl.oclc.org/ooxml/officeDocument/relationships" xmlns:p="http://purl.oclc.org/ooxml/presentationml/main" showMasterSp="0" preserve="1" userDrawn="1">
  <p:cSld name="Full Colour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 hasCustomPrompt="1"/>
          </p:nvPr>
        </p:nvSpPr>
        <p:spPr>
          <a:xfrm>
            <a:off x="596900" y="1465385"/>
            <a:ext cx="10998200" cy="2922098"/>
          </a:xfrm>
        </p:spPr>
        <p:txBody>
          <a:bodyPr anchor="ctr" anchorCtr="1"/>
          <a:lstStyle>
            <a:lvl1pPr algn="ctr">
              <a:defRPr baseline="0%">
                <a:solidFill>
                  <a:schemeClr val="bg2"/>
                </a:solidFill>
              </a:defRPr>
            </a:lvl1pPr>
          </a:lstStyle>
          <a:p>
            <a:r>
              <a:rPr lang="nl-BE" dirty="0"/>
              <a:t>Click here to add text</a:t>
            </a:r>
            <a:endParaRPr lang="nl-NL" dirty="0"/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1B6AD9CC-290D-1E76-437F-6C4D554AA5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498" y="5837573"/>
            <a:ext cx="2006746" cy="81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36708"/>
      </p:ext>
    </p:extLst>
  </p:cSld>
  <p:clrMapOvr>
    <a:masterClrMapping/>
  </p:clrMapOvr>
</p:sldLayout>
</file>

<file path=ppt/slideLayouts/slideLayout10.xml><?xml version="1.0" encoding="utf-8"?>
<p:sldLayout xmlns:a="http://purl.oclc.org/ooxml/drawingml/main" xmlns:r="http://purl.oclc.org/ooxml/officeDocument/relationships" xmlns:p="http://purl.oclc.org/ooxml/presentationml/main" showMasterSp="0" preserve="1" userDrawn="1">
  <p:cSld name="End Slide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vak 1">
            <a:extLst>
              <a:ext uri="{FF2B5EF4-FFF2-40B4-BE49-F238E27FC236}">
                <a16:creationId xmlns:a16="http://schemas.microsoft.com/office/drawing/2014/main" id="{DF398B79-CB9F-4CCF-9E33-B689DFC5DC9D}"/>
              </a:ext>
            </a:extLst>
          </p:cNvPr>
          <p:cNvSpPr txBox="1"/>
          <p:nvPr userDrawn="1"/>
        </p:nvSpPr>
        <p:spPr>
          <a:xfrm>
            <a:off x="4761558" y="4396890"/>
            <a:ext cx="270000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200"/>
              </a:spcBef>
            </a:pPr>
            <a:r>
              <a:rPr lang="nl-BE" sz="1300" b="1" dirty="0">
                <a:solidFill>
                  <a:srgbClr val="000000"/>
                </a:solidFill>
                <a:latin typeface="Open Sans Semibold"/>
              </a:rPr>
              <a:t>Americas</a:t>
            </a:r>
          </a:p>
          <a:p>
            <a:pPr algn="ctr">
              <a:spcBef>
                <a:spcPts val="200"/>
              </a:spcBef>
            </a:pPr>
            <a:endParaRPr lang="nl-BE" sz="800" dirty="0">
              <a:solidFill>
                <a:srgbClr val="000000"/>
              </a:solidFill>
              <a:latin typeface="Open Sans"/>
            </a:endParaRPr>
          </a:p>
          <a:p>
            <a:pPr algn="ctr" eaLnBrk="1" hangingPunct="1">
              <a:spcBef>
                <a:spcPts val="200"/>
              </a:spcBef>
            </a:pPr>
            <a:r>
              <a:rPr lang="nl-BE" sz="1200" kern="1200" dirty="0">
                <a:solidFill>
                  <a:srgbClr val="000000"/>
                </a:solidFill>
                <a:latin typeface="Open Sans" panose="020B0606030504020204" pitchFamily="34" charset="0"/>
                <a:ea typeface="+mn-ea"/>
                <a:cs typeface="+mn-cs"/>
              </a:rPr>
              <a:t>2601 Airport Drive, Suite 360</a:t>
            </a:r>
            <a:br>
              <a:rPr lang="it-IT" sz="1200" kern="1200" dirty="0">
                <a:solidFill>
                  <a:srgbClr val="000000"/>
                </a:solidFill>
                <a:latin typeface="Open Sans" panose="020B0606030504020204" pitchFamily="34" charset="0"/>
                <a:ea typeface="+mn-ea"/>
                <a:cs typeface="+mn-cs"/>
              </a:rPr>
            </a:br>
            <a:r>
              <a:rPr lang="it-IT" sz="1200" kern="1200" dirty="0">
                <a:solidFill>
                  <a:srgbClr val="000000"/>
                </a:solidFill>
                <a:latin typeface="Open Sans" panose="020B0606030504020204" pitchFamily="34" charset="0"/>
                <a:ea typeface="+mn-ea"/>
                <a:cs typeface="+mn-cs"/>
              </a:rPr>
              <a:t>Los Angeles (Torrance), </a:t>
            </a:r>
          </a:p>
          <a:p>
            <a:pPr algn="ctr" eaLnBrk="1" hangingPunct="1">
              <a:spcBef>
                <a:spcPts val="200"/>
              </a:spcBef>
            </a:pPr>
            <a:r>
              <a:rPr lang="it-IT" sz="1200" kern="1200" dirty="0">
                <a:solidFill>
                  <a:srgbClr val="000000"/>
                </a:solidFill>
                <a:latin typeface="Open Sans" panose="020B0606030504020204" pitchFamily="34" charset="0"/>
                <a:ea typeface="+mn-ea"/>
                <a:cs typeface="+mn-cs"/>
              </a:rPr>
              <a:t>CA 90505, </a:t>
            </a:r>
            <a:r>
              <a:rPr lang="it-IT" sz="1200" b="1" kern="1200" dirty="0">
                <a:solidFill>
                  <a:srgbClr val="000000"/>
                </a:solidFill>
                <a:latin typeface="Open Sans" panose="020B0606030504020204" pitchFamily="34" charset="0"/>
                <a:ea typeface="+mn-ea"/>
                <a:cs typeface="+mn-cs"/>
              </a:rPr>
              <a:t>USA</a:t>
            </a:r>
            <a:endParaRPr lang="nl-BE" sz="800" dirty="0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8" name="Tekstvak 8">
            <a:extLst>
              <a:ext uri="{FF2B5EF4-FFF2-40B4-BE49-F238E27FC236}">
                <a16:creationId xmlns:a16="http://schemas.microsoft.com/office/drawing/2014/main" id="{B8355DA1-10A9-4E4F-9CCB-5614BC2E98C1}"/>
              </a:ext>
            </a:extLst>
          </p:cNvPr>
          <p:cNvSpPr txBox="1"/>
          <p:nvPr userDrawn="1"/>
        </p:nvSpPr>
        <p:spPr>
          <a:xfrm>
            <a:off x="2263647" y="4396890"/>
            <a:ext cx="2700000" cy="1267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200"/>
              </a:spcBef>
            </a:pPr>
            <a:r>
              <a:rPr lang="nl-BE" sz="1300" b="1" dirty="0">
                <a:solidFill>
                  <a:srgbClr val="000000"/>
                </a:solidFill>
                <a:latin typeface="Open Sans Semibold"/>
              </a:rPr>
              <a:t>EMEA (HQ)</a:t>
            </a:r>
          </a:p>
          <a:p>
            <a:pPr algn="ctr">
              <a:spcBef>
                <a:spcPts val="200"/>
              </a:spcBef>
            </a:pPr>
            <a:endParaRPr lang="nl-BE" sz="800" dirty="0">
              <a:solidFill>
                <a:srgbClr val="000000"/>
              </a:solidFill>
              <a:latin typeface="Open Sans"/>
            </a:endParaRPr>
          </a:p>
          <a:p>
            <a:pPr algn="ctr">
              <a:spcBef>
                <a:spcPts val="200"/>
              </a:spcBef>
            </a:pPr>
            <a:r>
              <a:rPr lang="nl-BE" sz="1200" kern="1200" dirty="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Greenhill Campus</a:t>
            </a:r>
          </a:p>
          <a:p>
            <a:pPr algn="ctr">
              <a:spcBef>
                <a:spcPts val="200"/>
              </a:spcBef>
            </a:pPr>
            <a:r>
              <a:rPr lang="nl-BE" sz="1200" kern="1200" dirty="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Interleuvenlaan 15i,</a:t>
            </a:r>
          </a:p>
          <a:p>
            <a:pPr algn="ctr">
              <a:spcBef>
                <a:spcPts val="200"/>
              </a:spcBef>
            </a:pPr>
            <a:r>
              <a:rPr lang="nl-BE" sz="1200" kern="1200" dirty="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3001 Leuven, </a:t>
            </a:r>
            <a:r>
              <a:rPr lang="nl-BE" sz="1200" b="1" kern="1200" dirty="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Belgium</a:t>
            </a:r>
          </a:p>
          <a:p>
            <a:pPr algn="ctr">
              <a:spcBef>
                <a:spcPts val="200"/>
              </a:spcBef>
            </a:pPr>
            <a:endParaRPr lang="nl-BE" sz="800" dirty="0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1" name="Tekstvak 9">
            <a:extLst>
              <a:ext uri="{FF2B5EF4-FFF2-40B4-BE49-F238E27FC236}">
                <a16:creationId xmlns:a16="http://schemas.microsoft.com/office/drawing/2014/main" id="{61E862F6-7ED0-4833-92F8-8DF6E92BD83B}"/>
              </a:ext>
            </a:extLst>
          </p:cNvPr>
          <p:cNvSpPr txBox="1"/>
          <p:nvPr userDrawn="1"/>
        </p:nvSpPr>
        <p:spPr>
          <a:xfrm>
            <a:off x="7234566" y="4390420"/>
            <a:ext cx="2700000" cy="995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200"/>
              </a:spcBef>
            </a:pPr>
            <a:r>
              <a:rPr lang="nl-BE" sz="1300" b="1" dirty="0">
                <a:solidFill>
                  <a:srgbClr val="000000"/>
                </a:solidFill>
                <a:latin typeface="Open Sans Semibold"/>
              </a:rPr>
              <a:t>Asia-Pacific</a:t>
            </a:r>
            <a:endParaRPr lang="nl-BE" sz="800" dirty="0">
              <a:solidFill>
                <a:srgbClr val="000000"/>
              </a:solidFill>
              <a:latin typeface="Open Sans"/>
            </a:endParaRPr>
          </a:p>
          <a:p>
            <a:pPr algn="ctr">
              <a:spcBef>
                <a:spcPts val="200"/>
              </a:spcBef>
            </a:pPr>
            <a:endParaRPr lang="nl-BE" sz="800" dirty="0">
              <a:solidFill>
                <a:srgbClr val="000000"/>
              </a:solidFill>
              <a:latin typeface="Open Sans"/>
            </a:endParaRPr>
          </a:p>
          <a:p>
            <a:pPr algn="ctr"/>
            <a:r>
              <a:rPr lang="en-US" sz="1200" kern="1200" dirty="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Shanghai, </a:t>
            </a:r>
            <a:r>
              <a:rPr lang="en-US" sz="1200" b="1" kern="1200" dirty="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China</a:t>
            </a:r>
          </a:p>
          <a:p>
            <a:pPr algn="ctr"/>
            <a:r>
              <a:rPr lang="nl-BE" sz="1200" kern="1200" dirty="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Yokohama, </a:t>
            </a:r>
            <a:r>
              <a:rPr lang="nl-BE" sz="1200" b="1" kern="1200" dirty="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Japan</a:t>
            </a:r>
          </a:p>
          <a:p>
            <a:pPr algn="ctr"/>
            <a:r>
              <a:rPr lang="nl-BE" sz="1200" b="0" kern="1200" dirty="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Seoul,</a:t>
            </a:r>
            <a:r>
              <a:rPr lang="nl-BE" sz="1200" b="1" kern="1200" dirty="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 Korea</a:t>
            </a:r>
          </a:p>
        </p:txBody>
      </p:sp>
      <p:sp>
        <p:nvSpPr>
          <p:cNvPr id="16" name="Tekstvak 1">
            <a:extLst>
              <a:ext uri="{FF2B5EF4-FFF2-40B4-BE49-F238E27FC236}">
                <a16:creationId xmlns:a16="http://schemas.microsoft.com/office/drawing/2014/main" id="{88FC0F13-88E9-41F1-9331-186905A44182}"/>
              </a:ext>
            </a:extLst>
          </p:cNvPr>
          <p:cNvSpPr txBox="1"/>
          <p:nvPr userDrawn="1"/>
        </p:nvSpPr>
        <p:spPr>
          <a:xfrm>
            <a:off x="7244110" y="5644204"/>
            <a:ext cx="27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200"/>
              </a:spcBef>
            </a:pPr>
            <a:r>
              <a:rPr lang="nl-BE" sz="1200" kern="1200" dirty="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septentrio.com</a:t>
            </a:r>
            <a:endParaRPr lang="nl-BE" sz="800" dirty="0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7" name="Tekstvak 1">
            <a:extLst>
              <a:ext uri="{FF2B5EF4-FFF2-40B4-BE49-F238E27FC236}">
                <a16:creationId xmlns:a16="http://schemas.microsoft.com/office/drawing/2014/main" id="{ABA93791-76EF-4AA4-8051-5A1BC301825D}"/>
              </a:ext>
            </a:extLst>
          </p:cNvPr>
          <p:cNvSpPr txBox="1"/>
          <p:nvPr userDrawn="1"/>
        </p:nvSpPr>
        <p:spPr>
          <a:xfrm>
            <a:off x="2351208" y="5622650"/>
            <a:ext cx="4678329" cy="4873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>
              <a:spcBef>
                <a:spcPts val="200"/>
              </a:spcBef>
            </a:pPr>
            <a:r>
              <a:rPr lang="nl-BE" sz="1200" kern="1200" dirty="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                 Espoo, </a:t>
            </a:r>
            <a:r>
              <a:rPr lang="nl-BE" sz="1200" b="1" kern="1200" dirty="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Finland</a:t>
            </a:r>
          </a:p>
          <a:p>
            <a:pPr algn="l">
              <a:spcBef>
                <a:spcPts val="200"/>
              </a:spcBef>
            </a:pPr>
            <a:endParaRPr lang="nl-BE" sz="1200" b="1" kern="1200" dirty="0">
              <a:solidFill>
                <a:srgbClr val="000000"/>
              </a:solidFill>
              <a:latin typeface="Open Sans"/>
              <a:ea typeface="+mn-ea"/>
              <a:cs typeface="+mn-cs"/>
            </a:endParaRPr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1B501943-1297-3840-8BE9-6F373FF717F4}"/>
              </a:ext>
            </a:extLst>
          </p:cNvPr>
          <p:cNvSpPr/>
          <p:nvPr userDrawn="1"/>
        </p:nvSpPr>
        <p:spPr>
          <a:xfrm>
            <a:off x="3800901" y="2033516"/>
            <a:ext cx="4565177" cy="17196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%" g="0%" b="0%"/>
          </a:lnRef>
          <a:fillRef idx="0">
            <a:scrgbClr r="0%" g="0%" b="0%"/>
          </a:fillRef>
          <a:effectRef idx="0">
            <a:scrgbClr r="0%" g="0%" b="0%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85CEEE6D-F13D-A804-213E-67B0199B8D7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733320" y="5667716"/>
            <a:ext cx="270033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%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OpenSans"/>
              </a:defRPr>
            </a:lvl1pPr>
            <a:lvl2pPr marL="742950" indent="-285750">
              <a:defRPr>
                <a:solidFill>
                  <a:schemeClr val="tx1"/>
                </a:solidFill>
                <a:latin typeface="OpenSans"/>
              </a:defRPr>
            </a:lvl2pPr>
            <a:lvl3pPr marL="1143000" indent="-228600">
              <a:defRPr>
                <a:solidFill>
                  <a:schemeClr val="tx1"/>
                </a:solidFill>
                <a:latin typeface="OpenSans"/>
              </a:defRPr>
            </a:lvl3pPr>
            <a:lvl4pPr marL="1600200" indent="-228600">
              <a:defRPr>
                <a:solidFill>
                  <a:schemeClr val="tx1"/>
                </a:solidFill>
                <a:latin typeface="OpenSans"/>
              </a:defRPr>
            </a:lvl4pPr>
            <a:lvl5pPr marL="2057400" indent="-228600">
              <a:defRPr>
                <a:solidFill>
                  <a:schemeClr val="tx1"/>
                </a:solidFill>
                <a:latin typeface="OpenSans"/>
              </a:defRPr>
            </a:lvl5pPr>
            <a:lvl6pPr marL="2514600" indent="-228600" defTabSz="4572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OpenSans"/>
              </a:defRPr>
            </a:lvl6pPr>
            <a:lvl7pPr marL="2971800" indent="-228600" defTabSz="4572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OpenSans"/>
              </a:defRPr>
            </a:lvl7pPr>
            <a:lvl8pPr marL="3429000" indent="-228600" defTabSz="4572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OpenSans"/>
              </a:defRPr>
            </a:lvl8pPr>
            <a:lvl9pPr marL="3886200" indent="-228600" defTabSz="4572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OpenSans"/>
              </a:defRPr>
            </a:lvl9pPr>
          </a:lstStyle>
          <a:p>
            <a:pPr algn="ctr" eaLnBrk="1" hangingPunct="1">
              <a:spcBef>
                <a:spcPts val="200"/>
              </a:spcBef>
            </a:pPr>
            <a:r>
              <a:rPr lang="nl-BE" altLang="nl-BE" sz="1200" dirty="0">
                <a:solidFill>
                  <a:srgbClr val="000000"/>
                </a:solidFill>
                <a:latin typeface="Open Sans" panose="020B0606030504020204" pitchFamily="34" charset="0"/>
              </a:rPr>
              <a:t>septentrio.com/contact</a:t>
            </a:r>
            <a:endParaRPr lang="nl-BE" altLang="nl-BE" sz="800" dirty="0">
              <a:solidFill>
                <a:srgbClr val="000000"/>
              </a:solidFill>
              <a:latin typeface="Open Sans" panose="020B0606030504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723B3D7-CA41-9A40-45D5-3E1DC60799F0}"/>
              </a:ext>
            </a:extLst>
          </p:cNvPr>
          <p:cNvGrpSpPr/>
          <p:nvPr userDrawn="1"/>
        </p:nvGrpSpPr>
        <p:grpSpPr>
          <a:xfrm>
            <a:off x="7907119" y="5969567"/>
            <a:ext cx="1373982" cy="420551"/>
            <a:chOff x="6421285" y="5747482"/>
            <a:chExt cx="1373982" cy="420551"/>
          </a:xfrm>
        </p:grpSpPr>
        <p:pic>
          <p:nvPicPr>
            <p:cNvPr id="6" name="Picture 13" descr="A close up of a logo&#10;&#10;Description automatically generated">
              <a:extLst>
                <a:ext uri="{FF2B5EF4-FFF2-40B4-BE49-F238E27FC236}">
                  <a16:creationId xmlns:a16="http://schemas.microsoft.com/office/drawing/2014/main" id="{82D6D655-E816-510A-828E-1B42CF16185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21285" y="5804189"/>
              <a:ext cx="278571" cy="276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%"/>
                  <a:headEnd/>
                  <a:tailEnd/>
                </a14:hiddenLine>
              </a:ext>
            </a:extLst>
          </p:spPr>
        </p:pic>
        <p:pic>
          <p:nvPicPr>
            <p:cNvPr id="10" name="Picture 12" descr="A close up of a logo&#10;&#10;Description automatically generated">
              <a:extLst>
                <a:ext uri="{FF2B5EF4-FFF2-40B4-BE49-F238E27FC236}">
                  <a16:creationId xmlns:a16="http://schemas.microsoft.com/office/drawing/2014/main" id="{780D7828-3EF5-E97F-A4DF-ED4CF652CD4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99856" y="5747482"/>
              <a:ext cx="422158" cy="420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%"/>
                  <a:headEnd/>
                  <a:tailEnd/>
                </a14:hiddenLine>
              </a:ext>
            </a:extLst>
          </p:spPr>
        </p:pic>
        <p:pic>
          <p:nvPicPr>
            <p:cNvPr id="15" name="Picture 14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E2B926E9-1D14-270B-32E0-F5FA66DD3E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5721" y="5816440"/>
              <a:ext cx="326085" cy="326085"/>
            </a:xfrm>
            <a:prstGeom prst="rect">
              <a:avLst/>
            </a:prstGeom>
          </p:spPr>
        </p:pic>
        <p:pic>
          <p:nvPicPr>
            <p:cNvPr id="18" name="Picture 2" descr="Github Logo - Free social media icons">
              <a:extLst>
                <a:ext uri="{FF2B5EF4-FFF2-40B4-BE49-F238E27FC236}">
                  <a16:creationId xmlns:a16="http://schemas.microsoft.com/office/drawing/2014/main" id="{ED2DC1D2-C4C9-C8FE-078F-BC324754B5D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05287" y="5812768"/>
              <a:ext cx="289980" cy="2899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" name="Picture 11" descr="A logo with text and numbers&#10;&#10;Description automatically generated with medium confidence">
            <a:extLst>
              <a:ext uri="{FF2B5EF4-FFF2-40B4-BE49-F238E27FC236}">
                <a16:creationId xmlns:a16="http://schemas.microsoft.com/office/drawing/2014/main" id="{04875BE3-7F15-10BF-2174-AFF90B9ED23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.043%" t="19.936%"/>
          <a:stretch/>
        </p:blipFill>
        <p:spPr>
          <a:xfrm>
            <a:off x="10331483" y="-1"/>
            <a:ext cx="1860517" cy="2189527"/>
          </a:xfrm>
          <a:prstGeom prst="rect">
            <a:avLst/>
          </a:prstGeom>
        </p:spPr>
      </p:pic>
      <p:pic>
        <p:nvPicPr>
          <p:cNvPr id="9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1F159BB-51A2-DC32-DD3E-DC23C5E87BA7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3647" y="2181573"/>
            <a:ext cx="4595131" cy="185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364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purl.oclc.org/ooxml/officeDocument/relationships/slideLayout" Target="../slideLayouts/slideLayout8.xml"/><Relationship Id="rId13" Type="http://purl.oclc.org/ooxml/officeDocument/relationships/image" Target="../media/image2.png"/><Relationship Id="rId3" Type="http://purl.oclc.org/ooxml/officeDocument/relationships/slideLayout" Target="../slideLayouts/slideLayout3.xml"/><Relationship Id="rId7" Type="http://purl.oclc.org/ooxml/officeDocument/relationships/slideLayout" Target="../slideLayouts/slideLayout7.xml"/><Relationship Id="rId12" Type="http://purl.oclc.org/ooxml/officeDocument/relationships/image" Target="../media/image1.png"/><Relationship Id="rId2" Type="http://purl.oclc.org/ooxml/officeDocument/relationships/slideLayout" Target="../slideLayouts/slideLayout2.xml"/><Relationship Id="rId1" Type="http://purl.oclc.org/ooxml/officeDocument/relationships/slideLayout" Target="../slideLayouts/slideLayout1.xml"/><Relationship Id="rId6" Type="http://purl.oclc.org/ooxml/officeDocument/relationships/slideLayout" Target="../slideLayouts/slideLayout6.xml"/><Relationship Id="rId11" Type="http://purl.oclc.org/ooxml/officeDocument/relationships/theme" Target="../theme/theme1.xml"/><Relationship Id="rId5" Type="http://purl.oclc.org/ooxml/officeDocument/relationships/slideLayout" Target="../slideLayouts/slideLayout5.xml"/><Relationship Id="rId10" Type="http://purl.oclc.org/ooxml/officeDocument/relationships/slideLayout" Target="../slideLayouts/slideLayout10.xml"/><Relationship Id="rId4" Type="http://purl.oclc.org/ooxml/officeDocument/relationships/slideLayout" Target="../slideLayouts/slideLayout4.xml"/><Relationship Id="rId9" Type="http://purl.oclc.org/ooxml/officeDocument/relationships/slideLayout" Target="../slideLayouts/slideLayout9.xml"/></Relationships>
</file>

<file path=ppt/slideMasters/slideMaster1.xml><?xml version="1.0" encoding="utf-8"?>
<p:sldMaster xmlns:a="http://purl.oclc.org/ooxml/drawingml/main" xmlns:r="http://purl.oclc.org/ooxml/officeDocument/relationships" xmlns:p="http://purl.oclc.org/ooxml/presentationml/main">
  <p:cSld>
    <p:bg>
      <p:bgPr>
        <a:blipFill rotWithShape="1">
          <a:blip r:embed="rId1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96900" y="274638"/>
            <a:ext cx="109982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BE" dirty="0"/>
              <a:t>Click here to add title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96900" y="1681612"/>
            <a:ext cx="10998200" cy="4025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Click here to add text</a:t>
            </a:r>
          </a:p>
          <a:p>
            <a:pPr lvl="1"/>
            <a:r>
              <a:rPr lang="nl-BE" dirty="0"/>
              <a:t>Tweede niveau</a:t>
            </a:r>
          </a:p>
          <a:p>
            <a:pPr lvl="2"/>
            <a:r>
              <a:rPr lang="nl-BE" dirty="0"/>
              <a:t>Derde niveau</a:t>
            </a:r>
          </a:p>
          <a:p>
            <a:pPr lvl="3"/>
            <a:r>
              <a:rPr lang="nl-BE" dirty="0"/>
              <a:t>Vierde niveau</a:t>
            </a:r>
          </a:p>
          <a:p>
            <a:pPr lvl="4"/>
            <a:r>
              <a:rPr lang="nl-BE" dirty="0"/>
              <a:t>Vijfde niveau</a:t>
            </a:r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11103224" y="6067425"/>
            <a:ext cx="1088776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%">
                <a:solidFill>
                  <a:schemeClr val="bg2"/>
                </a:solidFill>
              </a:defRPr>
            </a:lvl1pPr>
          </a:lstStyle>
          <a:p>
            <a:fld id="{1EA5B050-F41E-6A4C-B3F3-719635920FE4}" type="slidenum">
              <a:rPr lang="nl-NL" smtClean="0">
                <a:solidFill>
                  <a:srgbClr val="FFFFFE"/>
                </a:solidFill>
              </a:rPr>
              <a:pPr/>
              <a:t>‹#›</a:t>
            </a:fld>
            <a:endParaRPr lang="nl-NL" dirty="0">
              <a:solidFill>
                <a:srgbClr val="FFFFFE"/>
              </a:solidFill>
            </a:endParaRP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69430627-9307-714A-B915-46AE251F1746}"/>
              </a:ext>
            </a:extLst>
          </p:cNvPr>
          <p:cNvSpPr/>
          <p:nvPr userDrawn="1"/>
        </p:nvSpPr>
        <p:spPr>
          <a:xfrm>
            <a:off x="596900" y="5807122"/>
            <a:ext cx="2371488" cy="8393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%" g="0%" b="0%"/>
          </a:lnRef>
          <a:fillRef idx="0">
            <a:scrgbClr r="0%" g="0%" b="0%"/>
          </a:fillRef>
          <a:effectRef idx="0">
            <a:scrgbClr r="0%" g="0%" b="0%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1830E5D-34F7-B084-FD1F-2BF6E20BFF8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386" y="5820664"/>
            <a:ext cx="2008915" cy="81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18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</p:sldLayoutIdLst>
  <p:hf hdr="0" dt="0"/>
  <p:txStyles>
    <p:titleStyle>
      <a:lvl1pPr algn="l" defTabSz="457200" rtl="0" eaLnBrk="1" latinLnBrk="0" hangingPunct="1">
        <a:spcBef>
          <a:spcPct val="0%"/>
        </a:spcBef>
        <a:buNone/>
        <a:defRPr sz="2500" b="1" i="0" kern="1200">
          <a:solidFill>
            <a:schemeClr val="tx1"/>
          </a:solidFill>
          <a:latin typeface="Open Sans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ct val="120%"/>
        </a:lnSpc>
        <a:spcBef>
          <a:spcPts val="600"/>
        </a:spcBef>
        <a:buFontTx/>
        <a:buNone/>
        <a:defRPr sz="1600" b="0" i="0" kern="1200">
          <a:solidFill>
            <a:schemeClr val="tx1"/>
          </a:solidFill>
          <a:latin typeface="Open Sans"/>
          <a:ea typeface="+mn-ea"/>
          <a:cs typeface="+mn-cs"/>
        </a:defRPr>
      </a:lvl1pPr>
      <a:lvl2pPr marL="180000" indent="-216000" algn="l" defTabSz="457200" rtl="0" eaLnBrk="1" latinLnBrk="0" hangingPunct="1">
        <a:lnSpc>
          <a:spcPct val="100%"/>
        </a:lnSpc>
        <a:spcBef>
          <a:spcPts val="600"/>
        </a:spcBef>
        <a:buClr>
          <a:schemeClr val="accent1"/>
        </a:buClr>
        <a:buFont typeface="Arial"/>
        <a:buChar char="•"/>
        <a:defRPr sz="1600" b="0" i="0" kern="1200">
          <a:solidFill>
            <a:schemeClr val="tx1"/>
          </a:solidFill>
          <a:latin typeface="Open Sans"/>
          <a:ea typeface="+mn-ea"/>
          <a:cs typeface="+mn-cs"/>
        </a:defRPr>
      </a:lvl2pPr>
      <a:lvl3pPr marL="468000" indent="-216000" algn="l" defTabSz="457200" rtl="0" eaLnBrk="1" latinLnBrk="0" hangingPunct="1">
        <a:lnSpc>
          <a:spcPct val="100%"/>
        </a:lnSpc>
        <a:spcBef>
          <a:spcPts val="600"/>
        </a:spcBef>
        <a:buClr>
          <a:schemeClr val="accent3"/>
        </a:buClr>
        <a:buFont typeface="Arial"/>
        <a:buChar char="•"/>
        <a:defRPr sz="1600" b="0" i="0" kern="1200">
          <a:solidFill>
            <a:schemeClr val="tx1"/>
          </a:solidFill>
          <a:latin typeface="Open Sans"/>
          <a:ea typeface="+mn-ea"/>
          <a:cs typeface="+mn-cs"/>
        </a:defRPr>
      </a:lvl3pPr>
      <a:lvl4pPr marL="684000" indent="-216000" algn="l" defTabSz="457200" rtl="0" eaLnBrk="1" latinLnBrk="0" hangingPunct="1">
        <a:lnSpc>
          <a:spcPct val="100%"/>
        </a:lnSpc>
        <a:spcBef>
          <a:spcPts val="600"/>
        </a:spcBef>
        <a:buClr>
          <a:schemeClr val="accent6"/>
        </a:buClr>
        <a:buFont typeface="Arial"/>
        <a:buChar char="•"/>
        <a:defRPr sz="1600" b="0" i="0" kern="1200">
          <a:solidFill>
            <a:schemeClr val="tx1"/>
          </a:solidFill>
          <a:latin typeface="Open Sans"/>
          <a:ea typeface="+mn-ea"/>
          <a:cs typeface="+mn-cs"/>
        </a:defRPr>
      </a:lvl4pPr>
      <a:lvl5pPr marL="936000" indent="-216000" algn="l" defTabSz="457200" rtl="0" eaLnBrk="1" latinLnBrk="0" hangingPunct="1">
        <a:lnSpc>
          <a:spcPct val="100%"/>
        </a:lnSpc>
        <a:spcBef>
          <a:spcPts val="600"/>
        </a:spcBef>
        <a:buClr>
          <a:schemeClr val="accent3"/>
        </a:buClr>
        <a:buFont typeface="Arial"/>
        <a:buChar char="•"/>
        <a:defRPr sz="1600" b="0" i="0" kern="1200">
          <a:solidFill>
            <a:schemeClr val="tx1"/>
          </a:solidFill>
          <a:latin typeface="Open Sa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%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%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%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%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purl.oclc.org/ooxml/officeDocument/relationships/image" Target="../media/image20.png"/><Relationship Id="rId13" Type="http://purl.oclc.org/ooxml/officeDocument/relationships/image" Target="../media/image25.png"/><Relationship Id="rId3" Type="http://purl.oclc.org/ooxml/officeDocument/relationships/image" Target="../media/image15.png"/><Relationship Id="rId7" Type="http://purl.oclc.org/ooxml/officeDocument/relationships/image" Target="../media/image19.png"/><Relationship Id="rId12" Type="http://purl.oclc.org/ooxml/officeDocument/relationships/image" Target="../media/image24.png"/><Relationship Id="rId2" Type="http://purl.oclc.org/ooxml/officeDocument/relationships/image" Target="../media/image14.png"/><Relationship Id="rId1" Type="http://purl.oclc.org/ooxml/officeDocument/relationships/slideLayout" Target="../slideLayouts/slideLayout4.xml"/><Relationship Id="rId6" Type="http://purl.oclc.org/ooxml/officeDocument/relationships/image" Target="../media/image18.png"/><Relationship Id="rId11" Type="http://purl.oclc.org/ooxml/officeDocument/relationships/image" Target="../media/image23.png"/><Relationship Id="rId5" Type="http://purl.oclc.org/ooxml/officeDocument/relationships/image" Target="../media/image17.png"/><Relationship Id="rId10" Type="http://purl.oclc.org/ooxml/officeDocument/relationships/image" Target="../media/image22.png"/><Relationship Id="rId4" Type="http://purl.oclc.org/ooxml/officeDocument/relationships/image" Target="../media/image16.png"/><Relationship Id="rId9" Type="http://purl.oclc.org/ooxml/officeDocument/relationships/image" Target="../media/image21.png"/></Relationships>
</file>

<file path=ppt/slides/slide1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>
          <a:extLst>
            <a:ext uri="{FF2B5EF4-FFF2-40B4-BE49-F238E27FC236}">
              <a16:creationId xmlns:a16="http://schemas.microsoft.com/office/drawing/2014/main" id="{3A18E2B8-09D0-1900-8E1D-2FE9ED673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359123F3-18EE-9165-6914-AFE19EF3239E}"/>
              </a:ext>
            </a:extLst>
          </p:cNvPr>
          <p:cNvSpPr/>
          <p:nvPr/>
        </p:nvSpPr>
        <p:spPr>
          <a:xfrm>
            <a:off x="10330543" y="5546509"/>
            <a:ext cx="1861457" cy="131149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1E6337-0E90-703F-7D14-569C43D189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20369" y="6088380"/>
            <a:ext cx="1088776" cy="279400"/>
          </a:xfrm>
        </p:spPr>
        <p:txBody>
          <a:bodyPr/>
          <a:lstStyle/>
          <a:p>
            <a:r>
              <a:rPr lang="nl-NL" b="1" dirty="0">
                <a:solidFill>
                  <a:srgbClr val="FFFFFE"/>
                </a:solidFill>
              </a:rPr>
              <a:t>REV - 1</a:t>
            </a:r>
          </a:p>
        </p:txBody>
      </p:sp>
      <p:pic>
        <p:nvPicPr>
          <p:cNvPr id="86" name="Picture 36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6DB3DA77-0F98-05A8-22EC-A401B9CF27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936095" y="410404"/>
            <a:ext cx="898526" cy="1009653"/>
          </a:xfrm>
          <a:prstGeom prst="rect">
            <a:avLst/>
          </a:prstGeom>
          <a:noFill/>
          <a:ln cap="flat">
            <a:noFill/>
          </a:ln>
          <a:effectLst/>
        </p:spPr>
      </p:pic>
      <p:pic>
        <p:nvPicPr>
          <p:cNvPr id="87" name="Picture 39" descr="A close up of a logo&#10;&#10;Description generated with high confidence">
            <a:extLst>
              <a:ext uri="{FF2B5EF4-FFF2-40B4-BE49-F238E27FC236}">
                <a16:creationId xmlns:a16="http://schemas.microsoft.com/office/drawing/2014/main" id="{F9F47218-A075-0706-CDEE-1220D2A6A6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74041" y="386675"/>
            <a:ext cx="900107" cy="1009653"/>
          </a:xfrm>
          <a:prstGeom prst="rect">
            <a:avLst/>
          </a:prstGeom>
          <a:noFill/>
          <a:ln cap="flat">
            <a:noFill/>
          </a:ln>
          <a:effectLst/>
        </p:spPr>
      </p:pic>
      <p:pic>
        <p:nvPicPr>
          <p:cNvPr id="88" name="Picture 35">
            <a:extLst>
              <a:ext uri="{FF2B5EF4-FFF2-40B4-BE49-F238E27FC236}">
                <a16:creationId xmlns:a16="http://schemas.microsoft.com/office/drawing/2014/main" id="{296F478F-142F-10ED-915D-291B8CEE9E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904027" y="410404"/>
            <a:ext cx="898526" cy="1009653"/>
          </a:xfrm>
          <a:prstGeom prst="rect">
            <a:avLst/>
          </a:prstGeom>
          <a:noFill/>
          <a:ln cap="flat">
            <a:noFill/>
          </a:ln>
          <a:effectLst/>
        </p:spPr>
      </p:pic>
      <p:pic>
        <p:nvPicPr>
          <p:cNvPr id="89" name="Picture 38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BD3BB7B4-9DA8-8ADB-8459-7BEB2598613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914180" y="410404"/>
            <a:ext cx="900117" cy="1009653"/>
          </a:xfrm>
          <a:prstGeom prst="rect">
            <a:avLst/>
          </a:prstGeom>
          <a:noFill/>
          <a:ln cap="flat">
            <a:noFill/>
          </a:ln>
          <a:effectLst/>
        </p:spPr>
      </p:pic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A1F2B493-A4BB-2CD3-BBD8-6B8FAF020D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735536"/>
              </p:ext>
            </p:extLst>
          </p:nvPr>
        </p:nvGraphicFramePr>
        <p:xfrm>
          <a:off x="3215366" y="2540828"/>
          <a:ext cx="5047972" cy="2987040"/>
        </p:xfrm>
        <a:graphic>
          <a:graphicData uri="http://purl.oclc.org/ooxml/drawingml/table">
            <a:tbl>
              <a:tblPr firstRow="1" bandRow="1">
                <a:effectLst/>
                <a:tableStyleId>{5C22544A-7EE6-4342-B048-85BDC9FD1C3A}</a:tableStyleId>
              </a:tblPr>
              <a:tblGrid>
                <a:gridCol w="338455">
                  <a:extLst>
                    <a:ext uri="{9D8B030D-6E8A-4147-A177-3AD203B41FA5}">
                      <a16:colId xmlns:a16="http://schemas.microsoft.com/office/drawing/2014/main" val="273839447"/>
                    </a:ext>
                  </a:extLst>
                </a:gridCol>
                <a:gridCol w="1178199">
                  <a:extLst>
                    <a:ext uri="{9D8B030D-6E8A-4147-A177-3AD203B41FA5}">
                      <a16:colId xmlns:a16="http://schemas.microsoft.com/office/drawing/2014/main" val="1486783089"/>
                    </a:ext>
                  </a:extLst>
                </a:gridCol>
                <a:gridCol w="2236215">
                  <a:extLst>
                    <a:ext uri="{9D8B030D-6E8A-4147-A177-3AD203B41FA5}">
                      <a16:colId xmlns:a16="http://schemas.microsoft.com/office/drawing/2014/main" val="2202182549"/>
                    </a:ext>
                  </a:extLst>
                </a:gridCol>
                <a:gridCol w="1295103">
                  <a:extLst>
                    <a:ext uri="{9D8B030D-6E8A-4147-A177-3AD203B41FA5}">
                      <a16:colId xmlns:a16="http://schemas.microsoft.com/office/drawing/2014/main" val="16291235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nl-BE" sz="1000" b="1" dirty="0"/>
                        <a:t>N°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Device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/>
                        <a:t>Connectors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126043"/>
                  </a:ext>
                </a:extLst>
              </a:tr>
              <a:tr h="175791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%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0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Antenna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%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000" i="0" dirty="0">
                          <a:solidFill>
                            <a:schemeClr val="tx1"/>
                          </a:solidFill>
                        </a:rPr>
                        <a:t>G5 P3(H)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i="0" dirty="0">
                          <a:solidFill>
                            <a:schemeClr val="tx1"/>
                          </a:solidFill>
                        </a:rPr>
                        <a:t>MMCX male plug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277743"/>
                  </a:ext>
                </a:extLst>
              </a:tr>
              <a:tr h="162934">
                <a:tc>
                  <a:txBody>
                    <a:bodyPr/>
                    <a:lstStyle/>
                    <a:p>
                      <a:pPr algn="ctr"/>
                      <a:r>
                        <a:rPr lang="nl-BE" sz="10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I²C </a:t>
                      </a:r>
                      <a:r>
                        <a:rPr lang="nl-BE" sz="1000" baseline="30%" dirty="0"/>
                        <a:t>1</a:t>
                      </a:r>
                      <a:endParaRPr lang="nl-B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STM32(G473) </a:t>
                      </a:r>
                      <a:r>
                        <a:rPr lang="nl-BE" sz="700" dirty="0"/>
                        <a:t>[I²C 1]</a:t>
                      </a:r>
                      <a:endParaRPr lang="nl-B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JST 4 pin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6298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nl-BE" sz="1000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PPS/EVENT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i="0" dirty="0">
                          <a:solidFill>
                            <a:schemeClr val="tx1"/>
                          </a:solidFill>
                        </a:rPr>
                        <a:t>G5 P3(H)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JST 3 pin / </a:t>
                      </a:r>
                      <a:r>
                        <a:rPr lang="nl-BE" sz="1000" i="1" dirty="0">
                          <a:solidFill>
                            <a:schemeClr val="tx1">
                              <a:lumMod val="50%"/>
                              <a:lumOff val="50%"/>
                            </a:schemeClr>
                          </a:solidFill>
                        </a:rPr>
                        <a:t>DF40</a:t>
                      </a:r>
                      <a:endParaRPr lang="nl-B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498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nl-BE" sz="1000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UART (RTS/CTS) </a:t>
                      </a:r>
                      <a:r>
                        <a:rPr lang="nl-BE" sz="1000" i="1" dirty="0"/>
                        <a:t>G5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i="0" dirty="0">
                          <a:solidFill>
                            <a:schemeClr val="tx1"/>
                          </a:solidFill>
                        </a:rPr>
                        <a:t>G5 P3(H) </a:t>
                      </a:r>
                      <a:r>
                        <a:rPr lang="nl-BE" sz="600" i="0" dirty="0">
                          <a:solidFill>
                            <a:schemeClr val="tx1"/>
                          </a:solidFill>
                        </a:rPr>
                        <a:t>[UART 2 – shared with interface 8]</a:t>
                      </a:r>
                      <a:endParaRPr lang="nl-BE" sz="1000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JST 6 pin / </a:t>
                      </a:r>
                      <a:r>
                        <a:rPr lang="nl-BE" sz="1000" i="1" dirty="0">
                          <a:solidFill>
                            <a:schemeClr val="tx1">
                              <a:lumMod val="50%"/>
                              <a:lumOff val="50%"/>
                            </a:schemeClr>
                          </a:solidFill>
                        </a:rPr>
                        <a:t>DF40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4702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nl-BE" sz="10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USB-2.0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i="0" dirty="0">
                          <a:solidFill>
                            <a:schemeClr val="tx1"/>
                          </a:solidFill>
                        </a:rPr>
                        <a:t>G5 P3(H)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/>
                        <a:t>USB-C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253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nl-BE" sz="1000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CAN 1</a:t>
                      </a:r>
                      <a:r>
                        <a:rPr lang="nl-BE" sz="1000" baseline="30%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STM32(G473) + Transceiver (TJA1462ATK)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x2 JST 4 pin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5563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%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0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%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000" dirty="0"/>
                        <a:t>SPI</a:t>
                      </a:r>
                      <a:r>
                        <a:rPr lang="nl-BE" sz="1000" baseline="30%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%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000" dirty="0"/>
                        <a:t>Magnetometer STM (LIS2MDLTR)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%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000" dirty="0"/>
                        <a:t>x4 Solder pads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6051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%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000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%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000" dirty="0"/>
                        <a:t>UART (RTS/CTS) </a:t>
                      </a:r>
                      <a:r>
                        <a:rPr lang="nl-BE" sz="1000" i="1" dirty="0"/>
                        <a:t>G5 </a:t>
                      </a:r>
                      <a:r>
                        <a:rPr lang="nl-BE" sz="1000" i="0" dirty="0"/>
                        <a:t>+ </a:t>
                      </a:r>
                      <a:r>
                        <a:rPr lang="nl-BE" sz="1000" dirty="0"/>
                        <a:t>PPS/EVENT</a:t>
                      </a:r>
                      <a:r>
                        <a:rPr lang="nl-BE" sz="1000" baseline="30%" dirty="0"/>
                        <a:t>1</a:t>
                      </a:r>
                      <a:endParaRPr lang="nl-B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%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000" i="0" dirty="0">
                          <a:solidFill>
                            <a:schemeClr val="tx1"/>
                          </a:solidFill>
                        </a:rPr>
                        <a:t>G5 P3(H)</a:t>
                      </a:r>
                      <a:r>
                        <a:rPr lang="nl-BE" sz="8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nl-BE" sz="600" i="0" dirty="0">
                          <a:solidFill>
                            <a:schemeClr val="tx1"/>
                          </a:solidFill>
                        </a:rPr>
                        <a:t>[UART 2 – shared with interface 3 and 4]</a:t>
                      </a:r>
                      <a:r>
                        <a:rPr lang="nl-BE" sz="1000" i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b="0" i="0" dirty="0">
                          <a:solidFill>
                            <a:schemeClr val="tx1"/>
                          </a:solidFill>
                        </a:rPr>
                        <a:t>DF40 / </a:t>
                      </a:r>
                      <a:r>
                        <a:rPr lang="nl-BE" sz="1000" i="1" dirty="0">
                          <a:solidFill>
                            <a:schemeClr val="tx1">
                              <a:lumMod val="50%"/>
                              <a:lumOff val="50%"/>
                            </a:schemeClr>
                          </a:solidFill>
                        </a:rPr>
                        <a:t>JST 6 pin + JST 3 pin </a:t>
                      </a:r>
                      <a:endParaRPr lang="nl-BE" sz="1000" b="0" i="1" dirty="0">
                        <a:solidFill>
                          <a:schemeClr val="tx1">
                            <a:lumMod val="50%"/>
                            <a:lumOff val="50%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095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%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000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%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000" dirty="0"/>
                        <a:t>UART </a:t>
                      </a:r>
                      <a:r>
                        <a:rPr lang="nl-BE" sz="1000" i="1" dirty="0"/>
                        <a:t>STM32</a:t>
                      </a:r>
                      <a:r>
                        <a:rPr lang="nl-BE" sz="1000" baseline="30%" dirty="0"/>
                        <a:t>1</a:t>
                      </a:r>
                      <a:endParaRPr lang="nl-BE" sz="1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%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000" dirty="0"/>
                        <a:t>STM32(G473) </a:t>
                      </a:r>
                      <a:r>
                        <a:rPr lang="nl-BE" sz="600" i="0" dirty="0">
                          <a:solidFill>
                            <a:schemeClr val="tx1"/>
                          </a:solidFill>
                        </a:rPr>
                        <a:t>[UART 2]</a:t>
                      </a:r>
                      <a:endParaRPr lang="nl-B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x4 Solder pads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410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nl-BE" sz="1000" b="1" i="1" dirty="0">
                          <a:solidFill>
                            <a:schemeClr val="tx1">
                              <a:lumMod val="50%"/>
                              <a:lumOff val="50%"/>
                            </a:schemeClr>
                          </a:solidFill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i="1" dirty="0">
                          <a:solidFill>
                            <a:schemeClr val="tx1">
                              <a:lumMod val="50%"/>
                              <a:lumOff val="50%"/>
                            </a:schemeClr>
                          </a:solidFill>
                        </a:rPr>
                        <a:t>UART G5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i="1" dirty="0">
                          <a:solidFill>
                            <a:schemeClr val="tx1">
                              <a:lumMod val="50%"/>
                              <a:lumOff val="50%"/>
                            </a:schemeClr>
                          </a:solidFill>
                        </a:rPr>
                        <a:t>G5 P3(H)</a:t>
                      </a:r>
                      <a:r>
                        <a:rPr lang="nl-BE" sz="1000" i="1" dirty="0">
                          <a:solidFill>
                            <a:schemeClr val="bg1">
                              <a:lumMod val="50%"/>
                            </a:schemeClr>
                          </a:solidFill>
                        </a:rPr>
                        <a:t> </a:t>
                      </a:r>
                      <a:r>
                        <a:rPr lang="nl-BE" sz="600" i="0" dirty="0">
                          <a:solidFill>
                            <a:schemeClr val="bg1">
                              <a:lumMod val="50%"/>
                            </a:schemeClr>
                          </a:solidFill>
                        </a:rPr>
                        <a:t>[UART 1]</a:t>
                      </a:r>
                      <a:r>
                        <a:rPr lang="nl-BE" sz="1000" i="1" dirty="0">
                          <a:solidFill>
                            <a:schemeClr val="tx1">
                              <a:lumMod val="50%"/>
                              <a:lumOff val="50%"/>
                            </a:schemeClr>
                          </a:solidFill>
                        </a:rPr>
                        <a:t> &lt;-&gt; STM32(G473) </a:t>
                      </a:r>
                      <a:r>
                        <a:rPr lang="nl-BE" sz="600" i="0">
                          <a:solidFill>
                            <a:schemeClr val="bg1">
                              <a:lumMod val="50%"/>
                            </a:schemeClr>
                          </a:solidFill>
                        </a:rPr>
                        <a:t>[USART </a:t>
                      </a:r>
                      <a:r>
                        <a:rPr lang="nl-BE" sz="600" i="0" dirty="0">
                          <a:solidFill>
                            <a:schemeClr val="bg1">
                              <a:lumMod val="50%"/>
                            </a:schemeClr>
                          </a:solidFill>
                        </a:rPr>
                        <a:t>1]</a:t>
                      </a:r>
                      <a:endParaRPr lang="nl-BE" sz="1000" i="1" dirty="0">
                        <a:solidFill>
                          <a:schemeClr val="tx1">
                            <a:lumMod val="50%"/>
                            <a:lumOff val="50%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b="0" i="1" dirty="0">
                          <a:solidFill>
                            <a:schemeClr val="tx1">
                              <a:lumMod val="50%"/>
                              <a:lumOff val="50%"/>
                            </a:schemeClr>
                          </a:solidFill>
                        </a:rPr>
                        <a:t>Internal connection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918344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86F24BC6-AD56-FC75-A455-C23AD5E7E13E}"/>
              </a:ext>
            </a:extLst>
          </p:cNvPr>
          <p:cNvGrpSpPr/>
          <p:nvPr/>
        </p:nvGrpSpPr>
        <p:grpSpPr>
          <a:xfrm>
            <a:off x="596902" y="3897323"/>
            <a:ext cx="1871978" cy="2016392"/>
            <a:chOff x="596902" y="3897323"/>
            <a:chExt cx="1871978" cy="2016392"/>
          </a:xfrm>
        </p:grpSpPr>
        <p:pic>
          <p:nvPicPr>
            <p:cNvPr id="34" name="Picture 33" descr="DINOSM&#10;&#10;AI-generated content may be incorrect.">
              <a:extLst>
                <a:ext uri="{FF2B5EF4-FFF2-40B4-BE49-F238E27FC236}">
                  <a16:creationId xmlns:a16="http://schemas.microsoft.com/office/drawing/2014/main" id="{B53E33DA-1F9B-B6C8-8219-E9CAEC9FF2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.864%" r="21.971%"/>
            <a:stretch>
              <a:fillRect/>
            </a:stretch>
          </p:blipFill>
          <p:spPr>
            <a:xfrm>
              <a:off x="596902" y="3897323"/>
              <a:ext cx="1871978" cy="2016392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%"/>
                </a:prstClr>
              </a:outerShdw>
            </a:effectLst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ACE22E0-CD57-856C-268D-9B4CC6B9CF0F}"/>
                </a:ext>
              </a:extLst>
            </p:cNvPr>
            <p:cNvSpPr txBox="1"/>
            <p:nvPr/>
          </p:nvSpPr>
          <p:spPr>
            <a:xfrm>
              <a:off x="612531" y="4979261"/>
              <a:ext cx="234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sz="1200" b="1" dirty="0">
                  <a:solidFill>
                    <a:schemeClr val="tx2"/>
                  </a:solidFill>
                </a:rPr>
                <a:t>7</a:t>
              </a:r>
              <a:endParaRPr lang="nl-BE" b="1" dirty="0">
                <a:solidFill>
                  <a:schemeClr val="tx2"/>
                </a:solidFill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5ABCB18-0C9B-F41D-B3D1-0ABC6A3848F3}"/>
                </a:ext>
              </a:extLst>
            </p:cNvPr>
            <p:cNvSpPr txBox="1"/>
            <p:nvPr/>
          </p:nvSpPr>
          <p:spPr>
            <a:xfrm>
              <a:off x="1238710" y="5139484"/>
              <a:ext cx="234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sz="1200" b="1" dirty="0">
                  <a:solidFill>
                    <a:schemeClr val="tx2"/>
                  </a:solidFill>
                </a:rPr>
                <a:t>8</a:t>
              </a:r>
              <a:endParaRPr lang="nl-BE" b="1" dirty="0">
                <a:solidFill>
                  <a:schemeClr val="tx2"/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FCD33B8-2E11-3719-750F-A682C4CBA398}"/>
                </a:ext>
              </a:extLst>
            </p:cNvPr>
            <p:cNvSpPr txBox="1"/>
            <p:nvPr/>
          </p:nvSpPr>
          <p:spPr>
            <a:xfrm>
              <a:off x="2167985" y="5074144"/>
              <a:ext cx="234459" cy="276999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%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nl-BE" sz="1200" b="1" dirty="0">
                  <a:solidFill>
                    <a:schemeClr val="tx2"/>
                  </a:solidFill>
                </a:rPr>
                <a:t>9</a:t>
              </a:r>
              <a:endParaRPr lang="nl-BE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C62EFA26-7FAA-310C-7766-58D7CC626078}"/>
              </a:ext>
            </a:extLst>
          </p:cNvPr>
          <p:cNvSpPr txBox="1"/>
          <p:nvPr/>
        </p:nvSpPr>
        <p:spPr>
          <a:xfrm>
            <a:off x="3215366" y="1616182"/>
            <a:ext cx="50479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2"/>
                </a:solidFill>
              </a:rPr>
              <a:t>G5</a:t>
            </a:r>
            <a:r>
              <a:rPr lang="en-US" sz="1200" b="1" dirty="0"/>
              <a:t>Fly</a:t>
            </a:r>
            <a:r>
              <a:rPr lang="en-US" sz="1200" dirty="0"/>
              <a:t> </a:t>
            </a:r>
            <a:r>
              <a:rPr lang="en-US" sz="1200" b="1" dirty="0"/>
              <a:t>is an </a:t>
            </a:r>
            <a:r>
              <a:rPr lang="en-US" sz="1200" b="1" u="sng" dirty="0"/>
              <a:t>open-source</a:t>
            </a:r>
            <a:r>
              <a:rPr lang="en-US" sz="1200" b="1" dirty="0"/>
              <a:t> board design based on the “FPV flight controller” form factor (30.5 × 30.5 mm), with an extended version (30.5 × 40 mm). It is suitable for a wide range of applications including robotics, UAVs, and industrial embedded systems.</a:t>
            </a:r>
            <a:endParaRPr lang="nl-NL" sz="1100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979EAE5-0D18-24F7-51E6-C0D5C94E74A4}"/>
              </a:ext>
            </a:extLst>
          </p:cNvPr>
          <p:cNvSpPr txBox="1"/>
          <p:nvPr/>
        </p:nvSpPr>
        <p:spPr>
          <a:xfrm>
            <a:off x="3224884" y="5852370"/>
            <a:ext cx="51788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%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Sans"/>
                <a:ea typeface="+mn-ea"/>
                <a:cs typeface="+mn-cs"/>
              </a:rPr>
              <a:t>The board integrates the high-precision and resilient Mosaic-G5 P3(H), P6 or P8 module, delivering accurate positioning even in challenging environments. </a:t>
            </a:r>
          </a:p>
          <a:p>
            <a:pPr marL="0" marR="0" lvl="0" indent="0" defTabSz="457200" rtl="0" eaLnBrk="1" fontAlgn="auto" latinLnBrk="0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%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Sans"/>
                <a:ea typeface="+mn-ea"/>
                <a:cs typeface="+mn-cs"/>
              </a:rPr>
              <a:t>An optional dual-antenna configuration enables precise heading output.</a:t>
            </a:r>
            <a:endParaRPr kumimoji="0" lang="nl-NL" sz="1100" b="1" i="0" u="none" strike="noStrike" kern="1200" cap="none" spc="0" normalizeH="0" baseline="0%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Sans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8EC67CE-A226-062F-23D3-172FFEE7AEC8}"/>
              </a:ext>
            </a:extLst>
          </p:cNvPr>
          <p:cNvGrpSpPr/>
          <p:nvPr/>
        </p:nvGrpSpPr>
        <p:grpSpPr>
          <a:xfrm>
            <a:off x="8529408" y="802394"/>
            <a:ext cx="2949303" cy="2748717"/>
            <a:chOff x="8529408" y="802394"/>
            <a:chExt cx="2949303" cy="2748717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700B2734-753A-B97F-9D91-E0236ADE0D50}"/>
                </a:ext>
              </a:extLst>
            </p:cNvPr>
            <p:cNvGrpSpPr/>
            <p:nvPr/>
          </p:nvGrpSpPr>
          <p:grpSpPr>
            <a:xfrm>
              <a:off x="8529408" y="802394"/>
              <a:ext cx="2949303" cy="2748717"/>
              <a:chOff x="8560491" y="3787140"/>
              <a:chExt cx="2949303" cy="2748717"/>
            </a:xfrm>
          </p:grpSpPr>
          <p:pic>
            <p:nvPicPr>
              <p:cNvPr id="7" name="Picture 6" descr="The image depicts a circuit board with various electronic components and connections, likely a custom PCB (Printed Circuit Board) for a project.&#10;&#10;AI-generated content may be incorrect.">
                <a:extLst>
                  <a:ext uri="{FF2B5EF4-FFF2-40B4-BE49-F238E27FC236}">
                    <a16:creationId xmlns:a16="http://schemas.microsoft.com/office/drawing/2014/main" id="{50BDDA2E-12A4-FBC0-3BE5-00967B6047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l="11.027%" t="9.49%" r="13.687%" b="5.241%"/>
              <a:stretch>
                <a:fillRect/>
              </a:stretch>
            </p:blipFill>
            <p:spPr>
              <a:xfrm>
                <a:off x="8560491" y="3787140"/>
                <a:ext cx="2949303" cy="2580640"/>
              </a:xfrm>
              <a:prstGeom prst="rect">
                <a:avLst/>
              </a:prstGeom>
            </p:spPr>
          </p:pic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E027FB6-0D42-0CD9-D630-CAB082B5D250}"/>
                  </a:ext>
                </a:extLst>
              </p:cNvPr>
              <p:cNvSpPr txBox="1"/>
              <p:nvPr/>
            </p:nvSpPr>
            <p:spPr>
              <a:xfrm>
                <a:off x="8749566" y="6228080"/>
                <a:ext cx="257115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1200"/>
                  </a:spcAft>
                  <a:buNone/>
                </a:pPr>
                <a:r>
                  <a:rPr lang="nl-BE" sz="1400" b="1" i="0" dirty="0">
                    <a:solidFill>
                      <a:schemeClr val="tx2"/>
                    </a:solidFill>
                    <a:effectLst/>
                    <a:latin typeface="Mona Sans VF"/>
                  </a:rPr>
                  <a:t>MR-MCXN-T1 Hub</a:t>
                </a:r>
              </a:p>
            </p:txBody>
          </p:sp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261C0F4-E9A0-C992-2086-E487F7A5BCF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prstClr val="black"/>
                <a:schemeClr val="accent4">
                  <a:tint val="45%"/>
                  <a:satMod val="400%"/>
                </a:schemeClr>
              </a:duotone>
              <a:alphaModFix amt="50%"/>
            </a:blip>
            <a:stretch>
              <a:fillRect/>
            </a:stretch>
          </p:blipFill>
          <p:spPr>
            <a:xfrm>
              <a:off x="9676052" y="1221233"/>
              <a:ext cx="979756" cy="678293"/>
            </a:xfrm>
            <a:prstGeom prst="rect">
              <a:avLst/>
            </a:prstGeom>
            <a:scene3d>
              <a:camera prst="isometricBottomDown">
                <a:rot lat="1582529" lon="19140000" rev="18054000"/>
              </a:camera>
              <a:lightRig rig="threePt" dir="t"/>
            </a:scene3d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38BAD07-A24F-57A0-604C-C6FB1A76DE36}"/>
              </a:ext>
            </a:extLst>
          </p:cNvPr>
          <p:cNvGrpSpPr/>
          <p:nvPr/>
        </p:nvGrpSpPr>
        <p:grpSpPr>
          <a:xfrm>
            <a:off x="8718484" y="3528476"/>
            <a:ext cx="2840618" cy="2839304"/>
            <a:chOff x="8718484" y="3528476"/>
            <a:chExt cx="2840618" cy="2839304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1F4A5C31-A205-CEE3-59CA-4C138D8CA3F1}"/>
                </a:ext>
              </a:extLst>
            </p:cNvPr>
            <p:cNvGrpSpPr/>
            <p:nvPr/>
          </p:nvGrpSpPr>
          <p:grpSpPr>
            <a:xfrm>
              <a:off x="8718484" y="3528476"/>
              <a:ext cx="2840618" cy="2839304"/>
              <a:chOff x="8560491" y="996950"/>
              <a:chExt cx="2840618" cy="2839304"/>
            </a:xfrm>
          </p:grpSpPr>
          <p:pic>
            <p:nvPicPr>
              <p:cNvPr id="28" name="Picture 27" descr="The image depicts a detailed layout of an electronic circuit board, featuring components such as the Infineon W, and includes various connectors and circuitry elements.&#10;&#10;AI-generated content may be incorrect.">
                <a:extLst>
                  <a:ext uri="{FF2B5EF4-FFF2-40B4-BE49-F238E27FC236}">
                    <a16:creationId xmlns:a16="http://schemas.microsoft.com/office/drawing/2014/main" id="{85E9DD95-36C7-B92B-98CC-92371CDC8C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rcRect l="16.581%" t="9.185%" r="15.847%" b="4.005%"/>
              <a:stretch>
                <a:fillRect/>
              </a:stretch>
            </p:blipFill>
            <p:spPr>
              <a:xfrm>
                <a:off x="8560491" y="996950"/>
                <a:ext cx="2840618" cy="2580640"/>
              </a:xfrm>
              <a:prstGeom prst="rect">
                <a:avLst/>
              </a:prstGeom>
            </p:spPr>
          </p:pic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7731BA8-8BE0-E574-1B5A-853BBADA05C7}"/>
                  </a:ext>
                </a:extLst>
              </p:cNvPr>
              <p:cNvSpPr txBox="1"/>
              <p:nvPr/>
            </p:nvSpPr>
            <p:spPr>
              <a:xfrm>
                <a:off x="8630674" y="3528477"/>
                <a:ext cx="269004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1200"/>
                  </a:spcAft>
                  <a:buNone/>
                </a:pPr>
                <a:r>
                  <a:rPr lang="nl-BE" sz="1400" b="1" i="0" dirty="0">
                    <a:solidFill>
                      <a:schemeClr val="tx2"/>
                    </a:solidFill>
                    <a:effectLst/>
                    <a:latin typeface="Mona Sans VF"/>
                  </a:rPr>
                  <a:t>Any flight controller </a:t>
                </a:r>
                <a:r>
                  <a:rPr lang="nl-BE" sz="1100" b="1" i="0" dirty="0">
                    <a:solidFill>
                      <a:schemeClr val="tx2"/>
                    </a:solidFill>
                    <a:effectLst/>
                    <a:latin typeface="Mona Sans VF"/>
                  </a:rPr>
                  <a:t>(30.5 x 30.5 mm)</a:t>
                </a:r>
                <a:endParaRPr lang="nl-BE" sz="1400" b="1" i="0" dirty="0">
                  <a:solidFill>
                    <a:schemeClr val="tx2"/>
                  </a:solidFill>
                  <a:effectLst/>
                  <a:latin typeface="Mona Sans VF"/>
                </a:endParaRPr>
              </a:p>
            </p:txBody>
          </p:sp>
        </p:grp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2C8390A-A7F5-BDE1-1949-286BBF182E0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alphaModFix amt="70%"/>
              <a:duotone>
                <a:prstClr val="black"/>
                <a:schemeClr val="accent2">
                  <a:tint val="45%"/>
                  <a:satMod val="400%"/>
                </a:schemeClr>
              </a:duotone>
            </a:blip>
            <a:stretch>
              <a:fillRect/>
            </a:stretch>
          </p:blipFill>
          <p:spPr>
            <a:xfrm>
              <a:off x="9281934" y="3812033"/>
              <a:ext cx="1168271" cy="808804"/>
            </a:xfrm>
            <a:prstGeom prst="rect">
              <a:avLst/>
            </a:prstGeom>
            <a:scene3d>
              <a:camera prst="isometricTopUp">
                <a:rot lat="19632132" lon="19192754" rev="3436053"/>
              </a:camera>
              <a:lightRig rig="threePt" dir="t"/>
            </a:scene3d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7C4C41A8-A50D-67F5-16D6-FA52D1CE01B7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4714" y="0"/>
            <a:ext cx="1088776" cy="121773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72D72F9A-BBF2-DF16-E075-5955822B30C7}"/>
              </a:ext>
            </a:extLst>
          </p:cNvPr>
          <p:cNvGrpSpPr/>
          <p:nvPr/>
        </p:nvGrpSpPr>
        <p:grpSpPr>
          <a:xfrm>
            <a:off x="481692" y="1637494"/>
            <a:ext cx="2100775" cy="2395391"/>
            <a:chOff x="481692" y="1637494"/>
            <a:chExt cx="2100775" cy="2395391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55F0FD74-201E-DC92-381F-19577AD10B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.279%" t="5.337%" r="25.625%" b="2.373%"/>
            <a:stretch>
              <a:fillRect/>
            </a:stretch>
          </p:blipFill>
          <p:spPr>
            <a:xfrm>
              <a:off x="481692" y="1637494"/>
              <a:ext cx="2100775" cy="2395391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%"/>
                </a:prstClr>
              </a:outerShdw>
            </a:effectLst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0E795ED-6324-46E1-6465-B0695002A20F}"/>
                </a:ext>
              </a:extLst>
            </p:cNvPr>
            <p:cNvSpPr txBox="1"/>
            <p:nvPr/>
          </p:nvSpPr>
          <p:spPr>
            <a:xfrm>
              <a:off x="632898" y="2383775"/>
              <a:ext cx="234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sz="1200" b="1" dirty="0">
                  <a:solidFill>
                    <a:schemeClr val="tx2"/>
                  </a:solidFill>
                </a:rPr>
                <a:t>1</a:t>
              </a:r>
              <a:endParaRPr lang="nl-BE" b="1" dirty="0">
                <a:solidFill>
                  <a:schemeClr val="tx2"/>
                </a:solidFill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28362AF-7BD8-DB2A-3CB2-730D2C547EF7}"/>
                </a:ext>
              </a:extLst>
            </p:cNvPr>
            <p:cNvSpPr txBox="1"/>
            <p:nvPr/>
          </p:nvSpPr>
          <p:spPr>
            <a:xfrm>
              <a:off x="596903" y="2728338"/>
              <a:ext cx="234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sz="1200" b="1" dirty="0">
                  <a:solidFill>
                    <a:schemeClr val="tx2"/>
                  </a:solidFill>
                </a:rPr>
                <a:t>2</a:t>
              </a:r>
              <a:endParaRPr lang="nl-BE" b="1" dirty="0">
                <a:solidFill>
                  <a:schemeClr val="tx2"/>
                </a:solidFill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85B1964-E8B7-6C7A-5580-BE1C2C38DF7C}"/>
                </a:ext>
              </a:extLst>
            </p:cNvPr>
            <p:cNvSpPr txBox="1"/>
            <p:nvPr/>
          </p:nvSpPr>
          <p:spPr>
            <a:xfrm>
              <a:off x="2152430" y="2383775"/>
              <a:ext cx="234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sz="1200" b="1" dirty="0">
                  <a:solidFill>
                    <a:schemeClr val="tx2"/>
                  </a:solidFill>
                </a:rPr>
                <a:t>1</a:t>
              </a:r>
              <a:endParaRPr lang="nl-BE" b="1" dirty="0">
                <a:solidFill>
                  <a:schemeClr val="tx2"/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0B72A13-3C87-524F-18C7-36E821E6D4A3}"/>
                </a:ext>
              </a:extLst>
            </p:cNvPr>
            <p:cNvSpPr txBox="1"/>
            <p:nvPr/>
          </p:nvSpPr>
          <p:spPr>
            <a:xfrm>
              <a:off x="596902" y="3157737"/>
              <a:ext cx="234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sz="1200" b="1" dirty="0">
                  <a:solidFill>
                    <a:schemeClr val="tx2"/>
                  </a:solidFill>
                </a:rPr>
                <a:t>3</a:t>
              </a:r>
              <a:endParaRPr lang="nl-BE" b="1" dirty="0">
                <a:solidFill>
                  <a:schemeClr val="tx2"/>
                </a:solidFill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33ACF1B-A37F-99FB-EF14-552D35F3A910}"/>
                </a:ext>
              </a:extLst>
            </p:cNvPr>
            <p:cNvSpPr txBox="1"/>
            <p:nvPr/>
          </p:nvSpPr>
          <p:spPr>
            <a:xfrm>
              <a:off x="1059182" y="3677469"/>
              <a:ext cx="234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sz="1200" b="1" dirty="0">
                  <a:solidFill>
                    <a:schemeClr val="tx2"/>
                  </a:solidFill>
                </a:rPr>
                <a:t>4</a:t>
              </a:r>
              <a:endParaRPr lang="nl-BE" b="1" dirty="0">
                <a:solidFill>
                  <a:schemeClr val="tx2"/>
                </a:solidFill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302A9E4-A6BF-3C11-F027-5059A680EE7A}"/>
                </a:ext>
              </a:extLst>
            </p:cNvPr>
            <p:cNvSpPr txBox="1"/>
            <p:nvPr/>
          </p:nvSpPr>
          <p:spPr>
            <a:xfrm>
              <a:off x="1715258" y="3677468"/>
              <a:ext cx="234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sz="1200" b="1" dirty="0">
                  <a:solidFill>
                    <a:schemeClr val="tx2"/>
                  </a:solidFill>
                </a:rPr>
                <a:t>5</a:t>
              </a:r>
              <a:endParaRPr lang="nl-BE" b="1" dirty="0">
                <a:solidFill>
                  <a:schemeClr val="tx2"/>
                </a:solidFill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AE62F70-1A04-8C1D-58F3-AF4B472C79DD}"/>
                </a:ext>
              </a:extLst>
            </p:cNvPr>
            <p:cNvSpPr txBox="1"/>
            <p:nvPr/>
          </p:nvSpPr>
          <p:spPr>
            <a:xfrm>
              <a:off x="2167985" y="3247991"/>
              <a:ext cx="234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sz="1200" b="1" dirty="0">
                  <a:solidFill>
                    <a:schemeClr val="tx2"/>
                  </a:solidFill>
                </a:rPr>
                <a:t>6</a:t>
              </a:r>
              <a:endParaRPr lang="nl-BE" b="1" dirty="0">
                <a:solidFill>
                  <a:schemeClr val="tx2"/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CE63BC5-4BC9-8825-82A7-ED9266DCABEB}"/>
                </a:ext>
              </a:extLst>
            </p:cNvPr>
            <p:cNvSpPr txBox="1"/>
            <p:nvPr/>
          </p:nvSpPr>
          <p:spPr>
            <a:xfrm>
              <a:off x="2167984" y="2755657"/>
              <a:ext cx="234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sz="1200" b="1" dirty="0">
                  <a:solidFill>
                    <a:schemeClr val="tx2"/>
                  </a:solidFill>
                </a:rPr>
                <a:t>6</a:t>
              </a:r>
              <a:endParaRPr lang="nl-BE" b="1" dirty="0">
                <a:solidFill>
                  <a:schemeClr val="tx2"/>
                </a:solidFill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1F7A7B5-F3B1-9C70-72DC-8B49E950457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91627" y="2269573"/>
              <a:ext cx="1109568" cy="768163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DCE59541-745E-2FF1-F2A5-26CFD6601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screen">
              <a:duotone>
                <a:schemeClr val="bg2">
                  <a:shade val="45%"/>
                  <a:satMod val="135%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1627" y="1767262"/>
              <a:ext cx="277908" cy="310825"/>
            </a:xfrm>
            <a:prstGeom prst="rect">
              <a:avLst/>
            </a:prstGeom>
          </p:spPr>
        </p:pic>
        <p:sp>
          <p:nvSpPr>
            <p:cNvPr id="17" name="Titel 1">
              <a:extLst>
                <a:ext uri="{FF2B5EF4-FFF2-40B4-BE49-F238E27FC236}">
                  <a16:creationId xmlns:a16="http://schemas.microsoft.com/office/drawing/2014/main" id="{5BE26800-2AD3-793B-067D-5B81DDFE0D00}"/>
                </a:ext>
              </a:extLst>
            </p:cNvPr>
            <p:cNvSpPr txBox="1">
              <a:spLocks/>
            </p:cNvSpPr>
            <p:nvPr/>
          </p:nvSpPr>
          <p:spPr>
            <a:xfrm>
              <a:off x="1231093" y="1793036"/>
              <a:ext cx="567227" cy="310825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b" anchorCtr="0">
              <a:normAutofit/>
            </a:bodyPr>
            <a:lstStyle>
              <a:lvl1pPr algn="l" defTabSz="457200" rtl="0" eaLnBrk="1" latinLnBrk="0" hangingPunct="1">
                <a:spcBef>
                  <a:spcPct val="0%"/>
                </a:spcBef>
                <a:buNone/>
                <a:defRPr sz="2500" b="1" i="0" kern="1200">
                  <a:solidFill>
                    <a:schemeClr val="tx1"/>
                  </a:solidFill>
                  <a:latin typeface="Open Sans"/>
                  <a:ea typeface="+mj-ea"/>
                  <a:cs typeface="+mj-cs"/>
                </a:defRPr>
              </a:lvl1pPr>
            </a:lstStyle>
            <a:p>
              <a:r>
                <a:rPr lang="nl-NL" sz="900" dirty="0">
                  <a:solidFill>
                    <a:schemeClr val="bg2"/>
                  </a:solidFill>
                </a:rPr>
                <a:t>G5Fly</a:t>
              </a:r>
              <a:r>
                <a:rPr lang="nl-NL" sz="300" dirty="0">
                  <a:solidFill>
                    <a:schemeClr val="bg2"/>
                  </a:solidFill>
                </a:rPr>
                <a:t> </a:t>
              </a:r>
              <a:endParaRPr lang="nl-NL" sz="200" dirty="0">
                <a:solidFill>
                  <a:schemeClr val="bg2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E5E9EE76-E9C1-5DFB-D1D1-9C5B61BD30F1}"/>
              </a:ext>
            </a:extLst>
          </p:cNvPr>
          <p:cNvSpPr txBox="1"/>
          <p:nvPr/>
        </p:nvSpPr>
        <p:spPr>
          <a:xfrm>
            <a:off x="6951631" y="5546975"/>
            <a:ext cx="16959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050" i="1" baseline="30%" dirty="0"/>
              <a:t>1 </a:t>
            </a:r>
            <a:r>
              <a:rPr lang="nl-BE" sz="1050" i="1" dirty="0"/>
              <a:t>Optional at assembly</a:t>
            </a:r>
            <a:endParaRPr lang="nl-BE" sz="1050" i="1" baseline="30%" dirty="0"/>
          </a:p>
        </p:txBody>
      </p:sp>
      <p:pic>
        <p:nvPicPr>
          <p:cNvPr id="18" name="Picture 17" descr="5&#10;&#10;AI-generated content may be incorrect.">
            <a:extLst>
              <a:ext uri="{FF2B5EF4-FFF2-40B4-BE49-F238E27FC236}">
                <a16:creationId xmlns:a16="http://schemas.microsoft.com/office/drawing/2014/main" id="{151F4121-719B-7719-AC87-263C9CC2A6C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57" y="530713"/>
            <a:ext cx="2761582" cy="83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100121"/>
      </p:ext>
    </p:extLst>
  </p:cSld>
  <p:clrMapOvr>
    <a:masterClrMapping/>
  </p:clrMapOvr>
</p:sld>
</file>

<file path=ppt/theme/theme1.xml><?xml version="1.0" encoding="utf-8"?>
<a:theme xmlns:a="http://purl.oclc.org/ooxml/drawingml/main" name="1_Septentrio_PPT_43 (1)">
  <a:themeElements>
    <a:clrScheme name="Septentrio 2">
      <a:dk1>
        <a:srgbClr val="000000"/>
      </a:dk1>
      <a:lt1>
        <a:srgbClr val="FFFFFF"/>
      </a:lt1>
      <a:dk2>
        <a:srgbClr val="FF9211"/>
      </a:dk2>
      <a:lt2>
        <a:srgbClr val="FFFFFE"/>
      </a:lt2>
      <a:accent1>
        <a:srgbClr val="FD9D41"/>
      </a:accent1>
      <a:accent2>
        <a:srgbClr val="99A0A5"/>
      </a:accent2>
      <a:accent3>
        <a:srgbClr val="007799"/>
      </a:accent3>
      <a:accent4>
        <a:srgbClr val="99A0A5"/>
      </a:accent4>
      <a:accent5>
        <a:srgbClr val="FF9211"/>
      </a:accent5>
      <a:accent6>
        <a:srgbClr val="4A4D55"/>
      </a:accent6>
      <a:hlink>
        <a:srgbClr val="1A6485"/>
      </a:hlink>
      <a:folHlink>
        <a:srgbClr val="124F68"/>
      </a:folHlink>
    </a:clrScheme>
    <a:fontScheme name="Office - klassiek">
      <a:majorFont>
        <a:latin typeface="OpenSans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OpenSans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tint val="100%"/>
                <a:shade val="100%"/>
                <a:satMod val="130%"/>
              </a:schemeClr>
            </a:gs>
            <a:gs pos="100%">
              <a:schemeClr val="phClr">
                <a:tint val="50%"/>
                <a:shade val="100%"/>
                <a:satMod val="350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l="50%" t="-80%" r="50%" b="1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l="50%" t="50%" r="50%" b="50%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7" id="{4003E321-146D-4A17-8D28-5B0F0458C415}" vid="{B629B2D5-2E8E-41D8-A3A6-AC3BCBA57498}"/>
    </a:ext>
  </a:extLst>
</a:theme>
</file>

<file path=ppt/theme/theme2.xml><?xml version="1.0" encoding="utf-8"?>
<a:theme xmlns:a="http://purl.oclc.org/ooxml/drawingml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tint val="100%"/>
                <a:shade val="100%"/>
                <a:satMod val="130%"/>
              </a:schemeClr>
            </a:gs>
            <a:gs pos="100%">
              <a:schemeClr val="phClr">
                <a:tint val="50%"/>
                <a:shade val="100%"/>
                <a:satMod val="350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l="50%" t="-80%" r="50%" b="1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l="50%" t="50%" r="50%" b="50%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purl.oclc.org/ooxml/drawingml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tint val="100%"/>
                <a:shade val="100%"/>
                <a:satMod val="130%"/>
              </a:schemeClr>
            </a:gs>
            <a:gs pos="100%">
              <a:schemeClr val="phClr">
                <a:tint val="50%"/>
                <a:shade val="100%"/>
                <a:satMod val="350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l="50%" t="-80%" r="50%" b="1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l="50%" t="50%" r="50%" b="50%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purl.oclc.org/ooxml/officeDocument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purl.oclc.org/ooxml/officeDocument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purl.oclc.org/ooxml/officeDocument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BB663B2FFAE94296794FDA5F02D361" ma:contentTypeVersion="19" ma:contentTypeDescription="Create a new document." ma:contentTypeScope="" ma:versionID="1afedf8c8b91dbb49ddd45652ccb234e">
  <xsd:schema xmlns:xsd="http://www.w3.org/2001/XMLSchema" xmlns:xs="http://www.w3.org/2001/XMLSchema" xmlns:p="http://schemas.microsoft.com/office/2006/metadata/properties" xmlns:ns2="514a4c4d-b5b8-4628-9a2d-6541241901c3" xmlns:ns3="378b2ae5-9bc5-4935-9bfa-112face5173f" targetNamespace="http://schemas.microsoft.com/office/2006/metadata/properties" ma:root="true" ma:fieldsID="86a1befefd225974133f7737cadbd139" ns2:_="" ns3:_="">
    <xsd:import namespace="514a4c4d-b5b8-4628-9a2d-6541241901c3"/>
    <xsd:import namespace="378b2ae5-9bc5-4935-9bfa-112face517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4a4c4d-b5b8-4628-9a2d-6541241901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428cbc43-4932-4b9d-9535-f46700d0555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8b2ae5-9bc5-4935-9bfa-112face5173f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cefd4c-1765-4ede-9d44-54f75d6b66b5}" ma:internalName="TaxCatchAll" ma:showField="CatchAllData" ma:web="378b2ae5-9bc5-4935-9bfa-112face517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78b2ae5-9bc5-4935-9bfa-112face5173f" xsi:nil="true"/>
    <lcf76f155ced4ddcb4097134ff3c332f xmlns="514a4c4d-b5b8-4628-9a2d-6541241901c3">
      <Terms xmlns="http://schemas.microsoft.com/office/infopath/2007/PartnerControls"/>
    </lcf76f155ced4ddcb4097134ff3c332f>
    <SharedWithUsers xmlns="378b2ae5-9bc5-4935-9bfa-112face5173f">
      <UserInfo>
        <DisplayName>Jan Van Hees</DisplayName>
        <AccountId>64</AccountId>
        <AccountType/>
      </UserInfo>
      <UserInfo>
        <DisplayName>Gustavo Lopez</DisplayName>
        <AccountId>53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purl.oclc.org/ooxml/officeDocument/customXml" ds:itemID="{58FD3A0F-C5DE-416D-A4CA-97DD5341A2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4a4c4d-b5b8-4628-9a2d-6541241901c3"/>
    <ds:schemaRef ds:uri="378b2ae5-9bc5-4935-9bfa-112face5173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purl.oclc.org/ooxml/officeDocument/customXml" ds:itemID="{62CB873E-EF78-49BB-AF94-4108E3FE1383}">
  <ds:schemaRefs>
    <ds:schemaRef ds:uri="514a4c4d-b5b8-4628-9a2d-6541241901c3"/>
    <ds:schemaRef ds:uri="http://www.w3.org/XML/1998/namespace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378b2ae5-9bc5-4935-9bfa-112face5173f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purl.oclc.org/ooxml/officeDocument/customXml" ds:itemID="{9F66B594-86E4-494E-A248-FE71313A2624}">
  <ds:schemaRefs>
    <ds:schemaRef ds:uri="http://schemas.microsoft.com/sharepoint/v3/contenttype/forms"/>
  </ds:schemaRefs>
</ds:datastoreItem>
</file>

<file path=docProps/app.xml><?xml version="1.0" encoding="utf-8"?>
<Properties xmlns="http://purl.oclc.org/ooxml/officeDocument/extendedProperties" xmlns:vt="http://purl.oclc.org/ooxml/officeDocument/docPropsVTypes">
  <Template>Septentrio PowerPoint Template Empty April 2025</Template>
  <TotalTime>1068</TotalTime>
  <Words>293</Words>
  <Application>Microsoft Office PowerPoint</Application>
  <PresentationFormat>Widescreen</PresentationFormat>
  <Paragraphs>63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Mona Sans VF</vt:lpstr>
      <vt:lpstr>Open Sans</vt:lpstr>
      <vt:lpstr>Open Sans Semibold</vt:lpstr>
      <vt:lpstr>OpenSans</vt:lpstr>
      <vt:lpstr>1_Septentrio_PPT_43 (1)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Théophile Raimbault</dc:creator>
  <cp:keywords>Internal use</cp:keywords>
  <cp:lastModifiedBy>Théophile Raimbault</cp:lastModifiedBy>
  <cp:revision>7</cp:revision>
  <dcterms:created xsi:type="dcterms:W3CDTF">2026-06-09T15:31:02Z</dcterms:created>
  <dcterms:modified xsi:type="dcterms:W3CDTF">2026-06-16T14:40:53Z</dcterms:modified>
</cp:coreProperties>
</file>

<file path=docProps/custom.xml><?xml version="1.0" encoding="utf-8"?>
<Properties xmlns="http://purl.oclc.org/ooxml/officeDocument/customProperties" xmlns:vt="http://purl.oclc.org/ooxml/officeDocument/docPropsVTypes">
  <property fmtid="{D5CDD505-2E9C-101B-9397-08002B2CF9AE}" pid="2" name="ContentTypeId">
    <vt:lpwstr>0x010100A1BB663B2FFAE94296794FDA5F02D361</vt:lpwstr>
  </property>
  <property fmtid="{D5CDD505-2E9C-101B-9397-08002B2CF9AE}" pid="3" name="MediaServiceImageTags">
    <vt:lpwstr/>
  </property>
</Properties>
</file>