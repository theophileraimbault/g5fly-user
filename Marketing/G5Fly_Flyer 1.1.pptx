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62" r:id="rId4"/>
  </p:sldMasterIdLst>
  <p:notesMasterIdLst>
    <p:notesMasterId r:id="rId7"/>
  </p:notesMasterIdLst>
  <p:handoutMasterIdLst>
    <p:handoutMasterId r:id="rId8"/>
  </p:handoutMasterIdLst>
  <p:sldIdLst>
    <p:sldId id="284" r:id="rId5"/>
    <p:sldId id="278" r:id="rId6"/>
  </p:sldIdLst>
  <p:sldSz cx="12192000" cy="6858000"/>
  <p:notesSz cx="7315200" cy="96012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purl.oclc.org/ooxml/drawingml/main" xmlns:r="http://purl.oclc.org/ooxml/officeDocument/relationships" xmlns:p188="http://schemas.microsoft.com/office/powerpoint/2018/8/main">
  <p188:author id="{A9115054-CC15-E803-FDBE-E07B240D7A2D}" name="Bas Broothaerts" initials="BB" userId="S::bas.broothaerts@septentrio.com::e1e17564-fdd1-4161-9a43-6339e4a4ee9a" providerId="AD"/>
  <p188:author id="{D60D6482-BB39-2523-0680-49F2164E62A8}" name="Jan Van Hees" initials="JVH" userId="S::jan.vanhees@septentrio.com::d8a9831e-d49a-4bd4-811f-5b07373a7157" providerId="AD"/>
</p188:authorLst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6B11"/>
    <a:srgbClr val="FFFFFF"/>
    <a:srgbClr val="F59600"/>
    <a:srgbClr val="FD9D41"/>
    <a:srgbClr val="F3F4EF"/>
    <a:srgbClr val="4C99B1"/>
    <a:srgbClr val="B3B8BC"/>
    <a:srgbClr val="FEA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purl.oclc.org/ooxml/drawingml/main" xmlns:r="http://purl.oclc.org/ooxml/officeDocument/relationships" xmlns:p1510="http://schemas.microsoft.com/office/powerpoint/2015/10/main">
  <p1510:revLst>
    <p1510:client id="{D5DB71DD-F665-4CAF-96F3-7E6754976A4E}" v="23" dt="2026-06-26T14:38:48.962"/>
  </p1510:revLst>
</p1510:revInfo>
</file>

<file path=ppt/tableStyles.xml><?xml version="1.0" encoding="utf-8"?>
<a:tblStyleLst xmlns:a="http://purl.oclc.org/ooxml/drawingml/main" def="{5C22544A-7EE6-4342-B048-85BDC9FD1C3A}">
  <a:tblStyle styleId="{284E427A-3D55-4303-BF80-6455036E1DE7}" styleName="Stijl, thema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%"/>
            </a:schemeClr>
          </a:solidFill>
        </a:fill>
      </a:tcStyle>
    </a:band1H>
    <a:band1V>
      <a:tcStyle>
        <a:tcBdr/>
        <a:fill>
          <a:solidFill>
            <a:schemeClr val="accent5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Stijl, gemiddeld 1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%"/>
            </a:schemeClr>
          </a:solidFill>
        </a:fill>
      </a:tcStyle>
    </a:band1H>
    <a:band1V>
      <a:tcStyle>
        <a:tcBdr/>
        <a:fill>
          <a:solidFill>
            <a:schemeClr val="accent4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jl, lich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jl, licht 1 - Accent 4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jl, licht 1 - Accent 5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ijl, licht 2 - Accent 3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Stijl, licht 2 - Accent 1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Stijl, donker 1 - Accent 6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%"/>
            </a:schemeClr>
          </a:solidFill>
        </a:fill>
      </a:tcStyle>
    </a:band1H>
    <a:band1V>
      <a:tcStyle>
        <a:tcBdr/>
        <a:fill>
          <a:solidFill>
            <a:schemeClr val="accent6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Geen stijl, tabelraster">
    <a:wholeTbl>
      <a:tcTxStyle>
        <a:fontRef idx="minor">
          <a:scrgbClr r="0%" g="0%" b="0%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Stijl, licht 1 - Accent 2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ijl, licht 1 - Accent 3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ijl, gemiddeld 4 - Accent 3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%"/>
            </a:schemeClr>
          </a:solidFill>
        </a:fill>
      </a:tcStyle>
    </a:firstRow>
  </a:tblStyle>
  <a:tblStyle styleId="{46F890A9-2807-4EBB-B81D-B2AA78EC7F39}" styleName="Stijl, donker 2 - Accent 5/accent 6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ijl, donker 2 - Accent 3/accent 4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ijl, donker 2 - Accent 1/accent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%"/>
            </a:schemeClr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%"/>
            </a:schemeClr>
          </a:solidFill>
        </a:fill>
      </a:tcStyle>
    </a:firstRow>
  </a:tblStyle>
  <a:tblStyle styleId="{C4B1156A-380E-4F78-BDF5-A606A8083BF9}" styleName="Stijl, gemiddeld 4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%"/>
            </a:schemeClr>
          </a:solidFill>
        </a:fill>
      </a:tcStyle>
    </a:firstRow>
  </a:tblStyle>
  <a:tblStyle styleId="{22838BEF-8BB2-4498-84A7-C5851F593DF1}" styleName="Stijl, gemiddeld 4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%"/>
            </a:schemeClr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%"/>
            </a:schemeClr>
          </a:solidFill>
        </a:fill>
      </a:tcStyle>
    </a:firstRow>
  </a:tblStyle>
  <a:tblStyle styleId="{E8034E78-7F5D-4C2E-B375-FC64B27BC917}" styleName="Stijl, donker 1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ijl, donker 1 - Accent 3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%"/>
            </a:schemeClr>
          </a:solidFill>
        </a:fill>
      </a:tcStyle>
    </a:band1H>
    <a:band1V>
      <a:tcStyle>
        <a:tcBdr/>
        <a:fill>
          <a:solidFill>
            <a:schemeClr val="accent3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ijl, donker 1 - Accent 4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%"/>
            </a:schemeClr>
          </a:solidFill>
        </a:fill>
      </a:tcStyle>
    </a:band1H>
    <a:band1V>
      <a:tcStyle>
        <a:tcBdr/>
        <a:fill>
          <a:solidFill>
            <a:schemeClr val="accent4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ijl, donker 1 - Accent 5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%"/>
            </a:schemeClr>
          </a:solidFill>
        </a:fill>
      </a:tcStyle>
    </a:band1H>
    <a:band1V>
      <a:tcStyle>
        <a:tcBdr/>
        <a:fill>
          <a:solidFill>
            <a:schemeClr val="accent5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ijl, donker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%"/>
            </a:schemeClr>
          </a:solidFill>
        </a:fill>
      </a:tcStyle>
    </a:band1H>
    <a:band1V>
      <a:tcStyle>
        <a:tcBdr/>
        <a:fill>
          <a:solidFill>
            <a:schemeClr val="accent1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9.018%" autoAdjust="0"/>
    <p:restoredTop sz="91.972%" autoAdjust="0"/>
  </p:normalViewPr>
  <p:slideViewPr>
    <p:cSldViewPr snapToGrid="0" snapToObjects="1">
      <p:cViewPr varScale="1">
        <p:scale>
          <a:sx n="82" d="100"/>
          <a:sy n="82" d="100"/>
        </p:scale>
        <p:origin x="48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642" y="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handoutMaster" Target="handoutMasters/handoutMaster1.xml"/><Relationship Id="rId13" Type="http://schemas.microsoft.com/office/2016/11/relationships/changesInfo" Target="changesInfos/changesInfo1.xml"/><Relationship Id="rId3" Type="http://purl.oclc.org/ooxml/officeDocument/relationships/customXml" Target="../customXml/item3.xml"/><Relationship Id="rId7" Type="http://purl.oclc.org/ooxml/officeDocument/relationships/notesMaster" Target="notesMasters/notesMaster1.xml"/><Relationship Id="rId12" Type="http://purl.oclc.org/ooxml/officeDocument/relationships/tableStyles" Target="tableStyles.xml"/><Relationship Id="rId2" Type="http://purl.oclc.org/ooxml/officeDocument/relationships/customXml" Target="../customXml/item2.xml"/><Relationship Id="rId1" Type="http://purl.oclc.org/ooxml/officeDocument/relationships/customXml" Target="../customXml/item1.xml"/><Relationship Id="rId6" Type="http://purl.oclc.org/ooxml/officeDocument/relationships/slide" Target="slides/slide2.xml"/><Relationship Id="rId11" Type="http://purl.oclc.org/ooxml/officeDocument/relationships/theme" Target="theme/theme1.xml"/><Relationship Id="rId5" Type="http://purl.oclc.org/ooxml/officeDocument/relationships/slide" Target="slides/slide1.xml"/><Relationship Id="rId15" Type="http://schemas.microsoft.com/office/2018/10/relationships/authors" Target="authors.xml"/><Relationship Id="rId10" Type="http://purl.oclc.org/ooxml/officeDocument/relationships/viewProps" Target="viewProps.xml"/><Relationship Id="rId4" Type="http://purl.oclc.org/ooxml/officeDocument/relationships/slideMaster" Target="slideMasters/slideMaster1.xml"/><Relationship Id="rId9" Type="http://purl.oclc.org/ooxml/officeDocument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purl.oclc.org/ooxml/drawingml/main" xmlns:r="http://purl.oclc.org/ooxml/officeDocument/relationships" xmlns:ac="http://schemas.microsoft.com/office/drawing/2013/main/command" xmlns:pc="http://schemas.microsoft.com/office/powerpoint/2013/main/command">
  <pc:docChgLst>
    <pc:chgData name="Théophile Raimbault" userId="046ba1cf-2c1d-4809-a7e7-316b8cb955e9" providerId="ADAL" clId="{20AFCF30-B93C-4EC9-9EF4-C788B862CA11}"/>
    <pc:docChg chg="undo custSel modSld">
      <pc:chgData name="Théophile Raimbault" userId="046ba1cf-2c1d-4809-a7e7-316b8cb955e9" providerId="ADAL" clId="{20AFCF30-B93C-4EC9-9EF4-C788B862CA11}" dt="2026-06-10T12:14:10.369" v="21"/>
      <pc:docMkLst>
        <pc:docMk/>
      </pc:docMkLst>
      <pc:sldChg chg="addSp modSp mod">
        <pc:chgData name="Théophile Raimbault" userId="046ba1cf-2c1d-4809-a7e7-316b8cb955e9" providerId="ADAL" clId="{20AFCF30-B93C-4EC9-9EF4-C788B862CA11}" dt="2026-06-10T12:14:10.369" v="21"/>
        <pc:sldMkLst>
          <pc:docMk/>
          <pc:sldMk cId="2281100121" sldId="284"/>
        </pc:sldMkLst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17" creationId="{5BE26800-2AD3-793B-067D-5B81DDFE0D00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46" creationId="{00E795ED-6324-46E1-6465-B0695002A20F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48" creationId="{C28362AF-7BD8-DB2A-3CB2-730D2C547EF7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52" creationId="{785B1964-E8B7-6C7A-5580-BE1C2C38DF7C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59" creationId="{60B72A13-3C87-524F-18C7-36E821E6D4A3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0" creationId="{B33ACF1B-A37F-99FB-EF14-552D35F3A910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1" creationId="{C302A9E4-A6BF-3C11-F027-5059A680EE7A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2" creationId="{FAE62F70-1A04-8C1D-58F3-AF4B472C79DD}"/>
          </ac:spMkLst>
        </pc:spChg>
        <pc:spChg chg="mod">
          <ac:chgData name="Théophile Raimbault" userId="046ba1cf-2c1d-4809-a7e7-316b8cb955e9" providerId="ADAL" clId="{20AFCF30-B93C-4EC9-9EF4-C788B862CA11}" dt="2026-06-10T12:13:12.294" v="10" actId="164"/>
          <ac:spMkLst>
            <pc:docMk/>
            <pc:sldMk cId="2281100121" sldId="284"/>
            <ac:spMk id="63" creationId="{0CE63BC5-4BC9-8825-82A7-ED9266DCABEB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4" creationId="{AACE22E0-CD57-856C-268D-9B4CC6B9CF0F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5" creationId="{A5ABCB18-0C9B-F41D-B3D1-0ABC6A3848F3}"/>
          </ac:spMkLst>
        </pc:spChg>
        <pc:spChg chg="mod">
          <ac:chgData name="Théophile Raimbault" userId="046ba1cf-2c1d-4809-a7e7-316b8cb955e9" providerId="ADAL" clId="{20AFCF30-B93C-4EC9-9EF4-C788B862CA11}" dt="2026-06-10T12:14:10.369" v="21"/>
          <ac:spMkLst>
            <pc:docMk/>
            <pc:sldMk cId="2281100121" sldId="284"/>
            <ac:spMk id="66" creationId="{1FCD33B8-2E11-3719-750F-A682C4CBA398}"/>
          </ac:spMkLst>
        </pc:spChg>
        <pc:grpChg chg="add mod">
          <ac:chgData name="Théophile Raimbault" userId="046ba1cf-2c1d-4809-a7e7-316b8cb955e9" providerId="ADAL" clId="{20AFCF30-B93C-4EC9-9EF4-C788B862CA11}" dt="2026-06-10T12:12:43.992" v="5" actId="1076"/>
          <ac:grpSpMkLst>
            <pc:docMk/>
            <pc:sldMk cId="2281100121" sldId="284"/>
            <ac:grpSpMk id="2" creationId="{B8EC67CE-A226-062F-23D3-172FFEE7AEC8}"/>
          </ac:grpSpMkLst>
        </pc:grpChg>
        <pc:grpChg chg="add mod">
          <ac:chgData name="Théophile Raimbault" userId="046ba1cf-2c1d-4809-a7e7-316b8cb955e9" providerId="ADAL" clId="{20AFCF30-B93C-4EC9-9EF4-C788B862CA11}" dt="2026-06-10T12:12:40.478" v="3" actId="164"/>
          <ac:grpSpMkLst>
            <pc:docMk/>
            <pc:sldMk cId="2281100121" sldId="284"/>
            <ac:grpSpMk id="4" creationId="{F38BAD07-A24F-57A0-604C-C6FB1A76DE36}"/>
          </ac:grpSpMkLst>
        </pc:grpChg>
        <pc:grpChg chg="add mod">
          <ac:chgData name="Théophile Raimbault" userId="046ba1cf-2c1d-4809-a7e7-316b8cb955e9" providerId="ADAL" clId="{20AFCF30-B93C-4EC9-9EF4-C788B862CA11}" dt="2026-06-10T12:14:10.369" v="21"/>
          <ac:grpSpMkLst>
            <pc:docMk/>
            <pc:sldMk cId="2281100121" sldId="284"/>
            <ac:grpSpMk id="9" creationId="{86F24BC6-AD56-FC75-A455-C23AD5E7E13E}"/>
          </ac:grpSpMkLst>
        </pc:grpChg>
        <pc:grpChg chg="mod">
          <ac:chgData name="Théophile Raimbault" userId="046ba1cf-2c1d-4809-a7e7-316b8cb955e9" providerId="ADAL" clId="{20AFCF30-B93C-4EC9-9EF4-C788B862CA11}" dt="2026-06-10T12:12:37.191" v="2" actId="164"/>
          <ac:grpSpMkLst>
            <pc:docMk/>
            <pc:sldMk cId="2281100121" sldId="284"/>
            <ac:grpSpMk id="68" creationId="{700B2734-753A-B97F-9D91-E0236ADE0D50}"/>
          </ac:grpSpMkLst>
        </pc:grpChg>
        <pc:grpChg chg="mod">
          <ac:chgData name="Théophile Raimbault" userId="046ba1cf-2c1d-4809-a7e7-316b8cb955e9" providerId="ADAL" clId="{20AFCF30-B93C-4EC9-9EF4-C788B862CA11}" dt="2026-06-10T12:12:40.478" v="3" actId="164"/>
          <ac:grpSpMkLst>
            <pc:docMk/>
            <pc:sldMk cId="2281100121" sldId="284"/>
            <ac:grpSpMk id="74" creationId="{1F4A5C31-A205-CEE3-59CA-4C138D8CA3F1}"/>
          </ac:grpSpMkLst>
        </pc:grpChg>
        <pc:picChg chg="mod">
          <ac:chgData name="Théophile Raimbault" userId="046ba1cf-2c1d-4809-a7e7-316b8cb955e9" providerId="ADAL" clId="{20AFCF30-B93C-4EC9-9EF4-C788B862CA11}" dt="2026-06-10T12:13:12.294" v="10" actId="164"/>
          <ac:picMkLst>
            <pc:docMk/>
            <pc:sldMk cId="2281100121" sldId="284"/>
            <ac:picMk id="6" creationId="{D1F7A7B5-F3B1-9C70-72DC-8B49E9504576}"/>
          </ac:picMkLst>
        </pc:picChg>
        <pc:picChg chg="mod">
          <ac:chgData name="Théophile Raimbault" userId="046ba1cf-2c1d-4809-a7e7-316b8cb955e9" providerId="ADAL" clId="{20AFCF30-B93C-4EC9-9EF4-C788B862CA11}" dt="2026-06-10T12:12:37.191" v="2" actId="164"/>
          <ac:picMkLst>
            <pc:docMk/>
            <pc:sldMk cId="2281100121" sldId="284"/>
            <ac:picMk id="12" creationId="{C261C0F4-E9A0-C992-2086-E487F7A5BCFF}"/>
          </ac:picMkLst>
        </pc:picChg>
        <pc:picChg chg="mod">
          <ac:chgData name="Théophile Raimbault" userId="046ba1cf-2c1d-4809-a7e7-316b8cb955e9" providerId="ADAL" clId="{20AFCF30-B93C-4EC9-9EF4-C788B862CA11}" dt="2026-06-10T12:12:40.478" v="3" actId="164"/>
          <ac:picMkLst>
            <pc:docMk/>
            <pc:sldMk cId="2281100121" sldId="284"/>
            <ac:picMk id="13" creationId="{32C8390A-A7F5-BDE1-1949-286BBF182E04}"/>
          </ac:picMkLst>
        </pc:picChg>
        <pc:picChg chg="mod modCrop">
          <ac:chgData name="Théophile Raimbault" userId="046ba1cf-2c1d-4809-a7e7-316b8cb955e9" providerId="ADAL" clId="{20AFCF30-B93C-4EC9-9EF4-C788B862CA11}" dt="2026-06-10T12:13:41.247" v="15" actId="732"/>
          <ac:picMkLst>
            <pc:docMk/>
            <pc:sldMk cId="2281100121" sldId="284"/>
            <ac:picMk id="32" creationId="{55F0FD74-201E-DC92-381F-19577AD10BCF}"/>
          </ac:picMkLst>
        </pc:picChg>
        <pc:picChg chg="mod modCrop">
          <ac:chgData name="Théophile Raimbault" userId="046ba1cf-2c1d-4809-a7e7-316b8cb955e9" providerId="ADAL" clId="{20AFCF30-B93C-4EC9-9EF4-C788B862CA11}" dt="2026-06-10T12:14:10.369" v="21"/>
          <ac:picMkLst>
            <pc:docMk/>
            <pc:sldMk cId="2281100121" sldId="284"/>
            <ac:picMk id="34" creationId="{B53E33DA-1F9B-B6C8-8219-E9CAEC9FF2D8}"/>
          </ac:picMkLst>
        </pc:picChg>
      </pc:sldChg>
    </pc:docChg>
  </pc:docChgLst>
  <pc:docChgLst>
    <pc:chgData name="Gustavo Lopez" userId="c59932a2-59db-454a-91c4-52ea4a9d6577" providerId="ADAL" clId="{7A761EED-76D4-4B38-815B-FBD9E3CF6F27}"/>
    <pc:docChg chg="undo custSel addSld modSld">
      <pc:chgData name="Gustavo Lopez" userId="c59932a2-59db-454a-91c4-52ea4a9d6577" providerId="ADAL" clId="{7A761EED-76D4-4B38-815B-FBD9E3CF6F27}" dt="2026-06-26T14:38:48.942" v="272"/>
      <pc:docMkLst>
        <pc:docMk/>
      </pc:docMkLst>
      <pc:sldChg chg="add">
        <pc:chgData name="Gustavo Lopez" userId="c59932a2-59db-454a-91c4-52ea4a9d6577" providerId="ADAL" clId="{7A761EED-76D4-4B38-815B-FBD9E3CF6F27}" dt="2026-06-26T14:38:48.942" v="272"/>
        <pc:sldMkLst>
          <pc:docMk/>
          <pc:sldMk cId="3771115032" sldId="278"/>
        </pc:sldMkLst>
      </pc:sldChg>
      <pc:sldChg chg="addSp modSp mod">
        <pc:chgData name="Gustavo Lopez" userId="c59932a2-59db-454a-91c4-52ea4a9d6577" providerId="ADAL" clId="{7A761EED-76D4-4B38-815B-FBD9E3CF6F27}" dt="2026-06-26T13:47:20.312" v="271" actId="1076"/>
        <pc:sldMkLst>
          <pc:docMk/>
          <pc:sldMk cId="2281100121" sldId="284"/>
        </pc:sldMkLst>
        <pc:spChg chg="add mod">
          <ac:chgData name="Gustavo Lopez" userId="c59932a2-59db-454a-91c4-52ea4a9d6577" providerId="ADAL" clId="{7A761EED-76D4-4B38-815B-FBD9E3CF6F27}" dt="2026-06-26T13:47:15.347" v="269" actId="1076"/>
          <ac:spMkLst>
            <pc:docMk/>
            <pc:sldMk cId="2281100121" sldId="284"/>
            <ac:spMk id="14" creationId="{05326CB1-A0EC-214F-012D-992EE42038C4}"/>
          </ac:spMkLst>
        </pc:spChg>
        <pc:spChg chg="add mod">
          <ac:chgData name="Gustavo Lopez" userId="c59932a2-59db-454a-91c4-52ea4a9d6577" providerId="ADAL" clId="{7A761EED-76D4-4B38-815B-FBD9E3CF6F27}" dt="2026-06-26T13:47:06.240" v="267" actId="1076"/>
          <ac:spMkLst>
            <pc:docMk/>
            <pc:sldMk cId="2281100121" sldId="284"/>
            <ac:spMk id="18" creationId="{D6C9A9A9-13E5-AC6B-A8F3-F3D0BD9B45F3}"/>
          </ac:spMkLst>
        </pc:spChg>
        <pc:spChg chg="add mod">
          <ac:chgData name="Gustavo Lopez" userId="c59932a2-59db-454a-91c4-52ea4a9d6577" providerId="ADAL" clId="{7A761EED-76D4-4B38-815B-FBD9E3CF6F27}" dt="2026-06-10T09:05:26.785" v="87" actId="1037"/>
          <ac:spMkLst>
            <pc:docMk/>
            <pc:sldMk cId="2281100121" sldId="284"/>
            <ac:spMk id="19" creationId="{E5E9EE76-E9C1-5DFB-D1D1-9C5B61BD30F1}"/>
          </ac:spMkLst>
        </pc:spChg>
        <pc:spChg chg="mod">
          <ac:chgData name="Gustavo Lopez" userId="c59932a2-59db-454a-91c4-52ea4a9d6577" providerId="ADAL" clId="{7A761EED-76D4-4B38-815B-FBD9E3CF6F27}" dt="2026-06-26T13:45:26.840" v="247"/>
          <ac:spMkLst>
            <pc:docMk/>
            <pc:sldMk cId="2281100121" sldId="284"/>
            <ac:spMk id="67" creationId="{C62EFA26-7FAA-310C-7766-58D7CC626078}"/>
          </ac:spMkLst>
        </pc:spChg>
        <pc:spChg chg="mod">
          <ac:chgData name="Gustavo Lopez" userId="c59932a2-59db-454a-91c4-52ea4a9d6577" providerId="ADAL" clId="{7A761EED-76D4-4B38-815B-FBD9E3CF6F27}" dt="2026-06-10T09:05:12.807" v="57" actId="1076"/>
          <ac:spMkLst>
            <pc:docMk/>
            <pc:sldMk cId="2281100121" sldId="284"/>
            <ac:spMk id="84" creationId="{4979EAE5-0D18-24F7-51E6-C0D5C94E74A4}"/>
          </ac:spMkLst>
        </pc:spChg>
        <pc:graphicFrameChg chg="mod modGraphic">
          <ac:chgData name="Gustavo Lopez" userId="c59932a2-59db-454a-91c4-52ea4a9d6577" providerId="ADAL" clId="{7A761EED-76D4-4B38-815B-FBD9E3CF6F27}" dt="2026-06-10T09:24:19.916" v="238" actId="14734"/>
          <ac:graphicFrameMkLst>
            <pc:docMk/>
            <pc:sldMk cId="2281100121" sldId="284"/>
            <ac:graphicFrameMk id="45" creationId="{A1F2B493-A4BB-2CD3-BBD8-6B8FAF020D3C}"/>
          </ac:graphicFrameMkLst>
        </pc:graphicFrameChg>
        <pc:picChg chg="add mod">
          <ac:chgData name="Gustavo Lopez" userId="c59932a2-59db-454a-91c4-52ea4a9d6577" providerId="ADAL" clId="{7A761EED-76D4-4B38-815B-FBD9E3CF6F27}" dt="2026-06-26T13:46:49.847" v="257" actId="732"/>
          <ac:picMkLst>
            <pc:docMk/>
            <pc:sldMk cId="2281100121" sldId="284"/>
            <ac:picMk id="5" creationId="{409037DC-25FA-53E6-1B54-A698D0A53910}"/>
          </ac:picMkLst>
        </pc:picChg>
        <pc:picChg chg="add mod">
          <ac:chgData name="Gustavo Lopez" userId="c59932a2-59db-454a-91c4-52ea4a9d6577" providerId="ADAL" clId="{7A761EED-76D4-4B38-815B-FBD9E3CF6F27}" dt="2026-06-26T13:47:20.312" v="271" actId="1076"/>
          <ac:picMkLst>
            <pc:docMk/>
            <pc:sldMk cId="2281100121" sldId="284"/>
            <ac:picMk id="11" creationId="{8B5CA10C-EC67-8362-1E61-766D8A0B6BFF}"/>
          </ac:picMkLst>
        </pc:picChg>
        <pc:picChg chg="mod">
          <ac:chgData name="Gustavo Lopez" userId="c59932a2-59db-454a-91c4-52ea4a9d6577" providerId="ADAL" clId="{7A761EED-76D4-4B38-815B-FBD9E3CF6F27}" dt="2026-06-10T09:02:07.435" v="0"/>
          <ac:picMkLst>
            <pc:docMk/>
            <pc:sldMk cId="2281100121" sldId="284"/>
            <ac:picMk id="13" creationId="{32C8390A-A7F5-BDE1-1949-286BBF182E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handoutMasters/handoutMaster1.xml><?xml version="1.0" encoding="utf-8"?>
<p:handout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14F269-9173-FC49-B988-9E9736139D91}" type="datetime1">
              <a:rPr lang="en-US" smtClean="0"/>
              <a:pPr/>
              <a:t>6/26/2026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D5C2AF6-A276-CD44-BCA8-10BF610B3C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8381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1FCC812-23AE-FE4D-9B4A-4AF0E37B75E6}" type="datetime1">
              <a:rPr lang="en-US" smtClean="0"/>
              <a:pPr/>
              <a:t>6/26/2026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C11FDA8-A123-3540-B427-6FB1147E555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01954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340A7F0C-E097-BD75-4D06-29CFD245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82880-4163-18BF-0137-083799800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964A2-3BC8-3232-4BCA-D05FEEEC2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98122-2931-ECF2-0E26-7856C670E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047DB-2AD9-CF64-3B5C-8FA0DFEF3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11FDA8-A123-3540-B427-6FB1147E5552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128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image" Target="../media/image3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purl.oclc.org/ooxml/officeDocument/relationships/image" Target="../media/image13.png"/><Relationship Id="rId3" Type="http://purl.oclc.org/ooxml/officeDocument/relationships/image" Target="../media/image8.png"/><Relationship Id="rId7" Type="http://purl.oclc.org/ooxml/officeDocument/relationships/image" Target="../media/image12.jpeg"/><Relationship Id="rId2" Type="http://purl.oclc.org/ooxml/officeDocument/relationships/image" Target="../media/image7.png"/><Relationship Id="rId1" Type="http://purl.oclc.org/ooxml/officeDocument/relationships/slideMaster" Target="../slideMasters/slideMaster1.xml"/><Relationship Id="rId6" Type="http://purl.oclc.org/ooxml/officeDocument/relationships/image" Target="../media/image11.png"/><Relationship Id="rId5" Type="http://purl.oclc.org/ooxml/officeDocument/relationships/image" Target="../media/image10.png"/><Relationship Id="rId4" Type="http://purl.oclc.org/ooxml/officeDocument/relationships/image" Target="../media/image9.png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Cover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761067" y="3139033"/>
            <a:ext cx="8669867" cy="553999"/>
          </a:xfrm>
        </p:spPr>
        <p:txBody>
          <a:bodyPr wrap="square">
            <a:spAutoFit/>
          </a:bodyPr>
          <a:lstStyle>
            <a:lvl1pPr algn="ctr">
              <a:defRPr sz="3000" b="1" i="0" baseline="0%">
                <a:latin typeface="Open Sans"/>
              </a:defRPr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91EE22F-2837-AC40-BCC7-F676814B4975}"/>
              </a:ext>
            </a:extLst>
          </p:cNvPr>
          <p:cNvSpPr/>
          <p:nvPr userDrawn="1"/>
        </p:nvSpPr>
        <p:spPr>
          <a:xfrm>
            <a:off x="559558" y="388961"/>
            <a:ext cx="3848669" cy="1146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 b="0" cap="none" spc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DA2F3-3CDF-4E1E-BB75-A48F62F53E4D}"/>
              </a:ext>
            </a:extLst>
          </p:cNvPr>
          <p:cNvSpPr/>
          <p:nvPr userDrawn="1"/>
        </p:nvSpPr>
        <p:spPr>
          <a:xfrm>
            <a:off x="331707" y="5653245"/>
            <a:ext cx="2341984" cy="97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2482212" y="5624135"/>
            <a:ext cx="7227576" cy="372718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%">
                <a:solidFill>
                  <a:schemeClr val="tx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nl-BE" dirty="0"/>
              <a:t>Click here to add author</a:t>
            </a:r>
            <a:endParaRPr lang="nl-NL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23F3FF-E68C-BF3B-16DA-4B7471A281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082" y="131859"/>
            <a:ext cx="3279026" cy="132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44684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ndex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2"/>
          <p:cNvSpPr>
            <a:spLocks noGrp="1"/>
          </p:cNvSpPr>
          <p:nvPr>
            <p:ph idx="10" hasCustomPrompt="1"/>
          </p:nvPr>
        </p:nvSpPr>
        <p:spPr>
          <a:xfrm>
            <a:off x="0" y="1284282"/>
            <a:ext cx="12192000" cy="4300627"/>
          </a:xfrm>
        </p:spPr>
        <p:txBody>
          <a:bodyPr anchor="ctr" anchorCtr="0"/>
          <a:lstStyle>
            <a:lvl1pPr algn="ctr">
              <a:spcAft>
                <a:spcPts val="1200"/>
              </a:spcAft>
              <a:defRPr sz="2500">
                <a:latin typeface="Open Sans Semibold"/>
              </a:defRPr>
            </a:lvl1pPr>
            <a:lvl2pPr marL="0" indent="0" algn="ctr">
              <a:buFontTx/>
              <a:buNone/>
              <a:defRPr sz="1800"/>
            </a:lvl2pPr>
            <a:lvl4pPr>
              <a:defRPr sz="1800"/>
            </a:lvl4pPr>
          </a:lstStyle>
          <a:p>
            <a:pPr lvl="0"/>
            <a:r>
              <a:rPr lang="nl-BE" dirty="0"/>
              <a:t>Click here to add index</a:t>
            </a:r>
          </a:p>
          <a:p>
            <a:pPr lvl="1"/>
            <a:r>
              <a:rPr lang="nl-BE" dirty="0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86604221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iteldia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1530559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6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B2CF6E1-46F3-124B-8E03-0AE7626910A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0FE355F-258C-34CA-017E-42552CD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656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mage-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96898" y="1681612"/>
            <a:ext cx="5340359" cy="4025415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9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6219468" y="1686124"/>
            <a:ext cx="5375633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ADD15DB-1ACA-9644-AD1A-5B44C0DF954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BB99B5-FA9B-EEFD-D6AD-03C252D9B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763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graph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C4C89F5-4C5F-904F-9601-1829BDE2D1D1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DA6A5C-A88B-208E-5333-ADDD1F21D7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386" y="580099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24785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table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25123E1-4195-564B-99B5-9B1C5C2A7FF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52C64A-C5E0-4A4E-61C3-BC673C797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98" y="5817311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57311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Imag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1417638"/>
            <a:ext cx="12192000" cy="5440362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74E82A6-7169-984D-A703-5DD7F8D5752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E2502-B5DC-D7AC-CB6C-6435398D0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00" y="5745389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0164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Colou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>
                <a:solidFill>
                  <a:schemeClr val="bg2"/>
                </a:solidFill>
              </a:defRPr>
            </a:lvl1pPr>
          </a:lstStyle>
          <a:p>
            <a:r>
              <a:rPr lang="nl-BE" dirty="0"/>
              <a:t>Click here to add text</a:t>
            </a:r>
            <a:endParaRPr lang="nl-NL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6AD9CC-290D-1E76-437F-6C4D554AA5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98" y="5837573"/>
            <a:ext cx="2006746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6708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End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1">
            <a:extLst>
              <a:ext uri="{FF2B5EF4-FFF2-40B4-BE49-F238E27FC236}">
                <a16:creationId xmlns:a16="http://schemas.microsoft.com/office/drawing/2014/main" id="{DF398B79-CB9F-4CCF-9E33-B689DFC5DC9D}"/>
              </a:ext>
            </a:extLst>
          </p:cNvPr>
          <p:cNvSpPr txBox="1"/>
          <p:nvPr userDrawn="1"/>
        </p:nvSpPr>
        <p:spPr>
          <a:xfrm>
            <a:off x="4761558" y="4396890"/>
            <a:ext cx="2700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Americas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 eaLnBrk="1" hangingPunct="1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2601 Airport Drive, Suite 360</a:t>
            </a:r>
            <a:b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</a:b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Los Angeles (Torrance), </a:t>
            </a:r>
          </a:p>
          <a:p>
            <a:pPr algn="ctr" eaLnBrk="1" hangingPunct="1">
              <a:spcBef>
                <a:spcPts val="200"/>
              </a:spcBef>
            </a:pP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CA 90505, </a:t>
            </a:r>
            <a:r>
              <a:rPr lang="it-IT" sz="1200" b="1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USA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Tekstvak 8">
            <a:extLst>
              <a:ext uri="{FF2B5EF4-FFF2-40B4-BE49-F238E27FC236}">
                <a16:creationId xmlns:a16="http://schemas.microsoft.com/office/drawing/2014/main" id="{B8355DA1-10A9-4E4F-9CCB-5614BC2E98C1}"/>
              </a:ext>
            </a:extLst>
          </p:cNvPr>
          <p:cNvSpPr txBox="1"/>
          <p:nvPr userDrawn="1"/>
        </p:nvSpPr>
        <p:spPr>
          <a:xfrm>
            <a:off x="2263647" y="4396890"/>
            <a:ext cx="2700000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EMEA (HQ)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Greenhill Campus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Interleuvenlaan 15i,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3001 Leuven,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Belgium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Tekstvak 9">
            <a:extLst>
              <a:ext uri="{FF2B5EF4-FFF2-40B4-BE49-F238E27FC236}">
                <a16:creationId xmlns:a16="http://schemas.microsoft.com/office/drawing/2014/main" id="{61E862F6-7ED0-4833-92F8-8DF6E92BD83B}"/>
              </a:ext>
            </a:extLst>
          </p:cNvPr>
          <p:cNvSpPr txBox="1"/>
          <p:nvPr userDrawn="1"/>
        </p:nvSpPr>
        <p:spPr>
          <a:xfrm>
            <a:off x="7234566" y="4390420"/>
            <a:ext cx="2700000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Asia-Pacific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/>
            <a:r>
              <a:rPr lang="en-US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Shanghai, </a:t>
            </a:r>
            <a:r>
              <a:rPr lang="en-US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China</a:t>
            </a:r>
          </a:p>
          <a:p>
            <a:pPr algn="ctr"/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Yokohama,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Japan</a:t>
            </a:r>
          </a:p>
          <a:p>
            <a:pPr algn="ctr"/>
            <a:r>
              <a:rPr lang="nl-BE" sz="1200" b="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Seoul,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Korea</a:t>
            </a:r>
          </a:p>
        </p:txBody>
      </p:sp>
      <p:sp>
        <p:nvSpPr>
          <p:cNvPr id="16" name="Tekstvak 1">
            <a:extLst>
              <a:ext uri="{FF2B5EF4-FFF2-40B4-BE49-F238E27FC236}">
                <a16:creationId xmlns:a16="http://schemas.microsoft.com/office/drawing/2014/main" id="{88FC0F13-88E9-41F1-9331-186905A44182}"/>
              </a:ext>
            </a:extLst>
          </p:cNvPr>
          <p:cNvSpPr txBox="1"/>
          <p:nvPr userDrawn="1"/>
        </p:nvSpPr>
        <p:spPr>
          <a:xfrm>
            <a:off x="7244110" y="5644204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septentrio.com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7" name="Tekstvak 1">
            <a:extLst>
              <a:ext uri="{FF2B5EF4-FFF2-40B4-BE49-F238E27FC236}">
                <a16:creationId xmlns:a16="http://schemas.microsoft.com/office/drawing/2014/main" id="{ABA93791-76EF-4AA4-8051-5A1BC301825D}"/>
              </a:ext>
            </a:extLst>
          </p:cNvPr>
          <p:cNvSpPr txBox="1"/>
          <p:nvPr userDrawn="1"/>
        </p:nvSpPr>
        <p:spPr>
          <a:xfrm>
            <a:off x="2351208" y="5622650"/>
            <a:ext cx="4678329" cy="487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                Espoo,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Finland</a:t>
            </a:r>
          </a:p>
          <a:p>
            <a:pPr algn="l">
              <a:spcBef>
                <a:spcPts val="200"/>
              </a:spcBef>
            </a:pPr>
            <a:endParaRPr lang="nl-BE" sz="1200" b="1" kern="1200" dirty="0">
              <a:solidFill>
                <a:srgbClr val="000000"/>
              </a:solidFill>
              <a:latin typeface="Open Sans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B501943-1297-3840-8BE9-6F373FF717F4}"/>
              </a:ext>
            </a:extLst>
          </p:cNvPr>
          <p:cNvSpPr/>
          <p:nvPr userDrawn="1"/>
        </p:nvSpPr>
        <p:spPr>
          <a:xfrm>
            <a:off x="3800901" y="2033516"/>
            <a:ext cx="4565177" cy="171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85CEEE6D-F13D-A804-213E-67B0199B8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3320" y="5667716"/>
            <a:ext cx="270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Sans"/>
              </a:defRPr>
            </a:lvl5pPr>
            <a:lvl6pPr marL="25146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6pPr>
            <a:lvl7pPr marL="29718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7pPr>
            <a:lvl8pPr marL="34290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8pPr>
            <a:lvl9pPr marL="38862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nl-BE" altLang="nl-BE" sz="1200" dirty="0">
                <a:solidFill>
                  <a:srgbClr val="000000"/>
                </a:solidFill>
                <a:latin typeface="Open Sans" panose="020B0606030504020204" pitchFamily="34" charset="0"/>
              </a:rPr>
              <a:t>septentrio.com/contact</a:t>
            </a:r>
            <a:endParaRPr lang="nl-BE" altLang="nl-BE" sz="800" dirty="0">
              <a:solidFill>
                <a:srgbClr val="000000"/>
              </a:solidFill>
              <a:latin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23B3D7-CA41-9A40-45D5-3E1DC60799F0}"/>
              </a:ext>
            </a:extLst>
          </p:cNvPr>
          <p:cNvGrpSpPr/>
          <p:nvPr userDrawn="1"/>
        </p:nvGrpSpPr>
        <p:grpSpPr>
          <a:xfrm>
            <a:off x="7907119" y="5969567"/>
            <a:ext cx="1373982" cy="420551"/>
            <a:chOff x="6421285" y="5747482"/>
            <a:chExt cx="1373982" cy="420551"/>
          </a:xfrm>
        </p:grpSpPr>
        <p:pic>
          <p:nvPicPr>
            <p:cNvPr id="6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82D6D655-E816-510A-828E-1B42CF1618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1285" y="5804189"/>
              <a:ext cx="278571" cy="27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0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780D7828-3EF5-E97F-A4DF-ED4CF652CD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856" y="5747482"/>
              <a:ext cx="422158" cy="42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5" name="Picture 1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2B926E9-1D14-270B-32E0-F5FA66DD3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05721" y="5816440"/>
              <a:ext cx="326085" cy="326085"/>
            </a:xfrm>
            <a:prstGeom prst="rect">
              <a:avLst/>
            </a:prstGeom>
          </p:spPr>
        </p:pic>
        <p:pic>
          <p:nvPicPr>
            <p:cNvPr id="18" name="Picture 2" descr="Github Logo - Free social media icons">
              <a:extLst>
                <a:ext uri="{FF2B5EF4-FFF2-40B4-BE49-F238E27FC236}">
                  <a16:creationId xmlns:a16="http://schemas.microsoft.com/office/drawing/2014/main" id="{ED2DC1D2-C4C9-C8FE-078F-BC324754B5D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5287" y="5812768"/>
              <a:ext cx="289980" cy="289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A logo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04875BE3-7F15-10BF-2174-AFF90B9ED23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.043%" t="19.936%"/>
          <a:stretch/>
        </p:blipFill>
        <p:spPr>
          <a:xfrm>
            <a:off x="10331483" y="-1"/>
            <a:ext cx="1860517" cy="2189527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F159BB-51A2-DC32-DD3E-DC23C5E87BA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647" y="2181573"/>
            <a:ext cx="4595131" cy="18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image" Target="../media/image2.png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image" Target="../media/image1.png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theme" Target="../theme/theme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96900" y="274638"/>
            <a:ext cx="109982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6900" y="1681612"/>
            <a:ext cx="10998200" cy="402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03224" y="6067425"/>
            <a:ext cx="108877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%">
                <a:solidFill>
                  <a:schemeClr val="bg2"/>
                </a:solidFill>
              </a:defRPr>
            </a:lvl1pPr>
          </a:lstStyle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9430627-9307-714A-B915-46AE251F1746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830E5D-34F7-B084-FD1F-2BF6E20BFF8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386" y="5820664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dt="0"/>
  <p:txStyles>
    <p:titleStyle>
      <a:lvl1pPr algn="l" defTabSz="457200" rtl="0" eaLnBrk="1" latinLnBrk="0" hangingPunct="1">
        <a:spcBef>
          <a:spcPct val="0%"/>
        </a:spcBef>
        <a:buNone/>
        <a:defRPr sz="2500" b="1" i="0" kern="1200">
          <a:solidFill>
            <a:schemeClr val="tx1"/>
          </a:solidFill>
          <a:latin typeface="Open Sans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%"/>
        </a:lnSpc>
        <a:spcBef>
          <a:spcPts val="600"/>
        </a:spcBef>
        <a:buFontTx/>
        <a:buNone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1pPr>
      <a:lvl2pPr marL="180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1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2pPr>
      <a:lvl3pPr marL="468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3pPr>
      <a:lvl4pPr marL="684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6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4pPr>
      <a:lvl5pPr marL="936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purl.oclc.org/ooxml/officeDocument/relationships/image" Target="../media/image20.png"/><Relationship Id="rId13" Type="http://purl.oclc.org/ooxml/officeDocument/relationships/image" Target="../media/image25.png"/><Relationship Id="rId3" Type="http://purl.oclc.org/ooxml/officeDocument/relationships/image" Target="../media/image15.png"/><Relationship Id="rId7" Type="http://purl.oclc.org/ooxml/officeDocument/relationships/image" Target="../media/image19.png"/><Relationship Id="rId12" Type="http://purl.oclc.org/ooxml/officeDocument/relationships/image" Target="../media/image24.png"/><Relationship Id="rId2" Type="http://purl.oclc.org/ooxml/officeDocument/relationships/image" Target="../media/image14.png"/><Relationship Id="rId1" Type="http://purl.oclc.org/ooxml/officeDocument/relationships/slideLayout" Target="../slideLayouts/slideLayout4.xml"/><Relationship Id="rId6" Type="http://purl.oclc.org/ooxml/officeDocument/relationships/image" Target="../media/image18.png"/><Relationship Id="rId11" Type="http://purl.oclc.org/ooxml/officeDocument/relationships/image" Target="../media/image23.png"/><Relationship Id="rId5" Type="http://purl.oclc.org/ooxml/officeDocument/relationships/image" Target="../media/image17.png"/><Relationship Id="rId15" Type="http://purl.oclc.org/ooxml/officeDocument/relationships/image" Target="../media/image27.jpeg"/><Relationship Id="rId10" Type="http://purl.oclc.org/ooxml/officeDocument/relationships/image" Target="../media/image22.png"/><Relationship Id="rId4" Type="http://purl.oclc.org/ooxml/officeDocument/relationships/image" Target="../media/image16.png"/><Relationship Id="rId9" Type="http://purl.oclc.org/ooxml/officeDocument/relationships/image" Target="../media/image21.png"/><Relationship Id="rId14" Type="http://purl.oclc.org/ooxml/officeDocument/relationships/image" Target="../media/image26.jpeg"/></Relationships>
</file>

<file path=ppt/slides/_rels/slide2.xml.rels><?xml version="1.0" encoding="UTF-8" standalone="yes"?>
<Relationships xmlns="http://schemas.openxmlformats.org/package/2006/relationships"><Relationship Id="rId8" Type="http://purl.oclc.org/ooxml/officeDocument/relationships/image" Target="../media/image33.svg"/><Relationship Id="rId13" Type="http://purl.oclc.org/ooxml/officeDocument/relationships/image" Target="../media/image38.png"/><Relationship Id="rId3" Type="http://purl.oclc.org/ooxml/officeDocument/relationships/image" Target="../media/image28.png"/><Relationship Id="rId7" Type="http://purl.oclc.org/ooxml/officeDocument/relationships/image" Target="../media/image32.png"/><Relationship Id="rId12" Type="http://purl.oclc.org/ooxml/officeDocument/relationships/image" Target="../media/image37.png"/><Relationship Id="rId2" Type="http://purl.oclc.org/ooxml/officeDocument/relationships/notesSlide" Target="../notesSlides/notesSlide1.xml"/><Relationship Id="rId1" Type="http://purl.oclc.org/ooxml/officeDocument/relationships/slideLayout" Target="../slideLayouts/slideLayout5.xml"/><Relationship Id="rId6" Type="http://purl.oclc.org/ooxml/officeDocument/relationships/image" Target="../media/image31.png"/><Relationship Id="rId11" Type="http://purl.oclc.org/ooxml/officeDocument/relationships/image" Target="../media/image36.png"/><Relationship Id="rId5" Type="http://purl.oclc.org/ooxml/officeDocument/relationships/image" Target="../media/image30.png"/><Relationship Id="rId10" Type="http://purl.oclc.org/ooxml/officeDocument/relationships/image" Target="../media/image35.svg"/><Relationship Id="rId4" Type="http://purl.oclc.org/ooxml/officeDocument/relationships/image" Target="../media/image29.jpeg"/><Relationship Id="rId9" Type="http://purl.oclc.org/ooxml/officeDocument/relationships/image" Target="../media/image34.svg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3A18E2B8-09D0-1900-8E1D-2FE9ED67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59123F3-18EE-9165-6914-AFE19EF3239E}"/>
              </a:ext>
            </a:extLst>
          </p:cNvPr>
          <p:cNvSpPr/>
          <p:nvPr/>
        </p:nvSpPr>
        <p:spPr>
          <a:xfrm>
            <a:off x="10330543" y="5546509"/>
            <a:ext cx="1861457" cy="13114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1E6337-0E90-703F-7D14-569C43D18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0369" y="6088380"/>
            <a:ext cx="1088776" cy="279400"/>
          </a:xfrm>
        </p:spPr>
        <p:txBody>
          <a:bodyPr/>
          <a:lstStyle/>
          <a:p>
            <a:r>
              <a:rPr lang="nl-NL" b="1" dirty="0">
                <a:solidFill>
                  <a:srgbClr val="FFFFFE"/>
                </a:solidFill>
              </a:rPr>
              <a:t>REV - 1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04A66CF-A70E-7FF3-40FD-51B171212B06}"/>
              </a:ext>
            </a:extLst>
          </p:cNvPr>
          <p:cNvSpPr txBox="1">
            <a:spLocks/>
          </p:cNvSpPr>
          <p:nvPr/>
        </p:nvSpPr>
        <p:spPr>
          <a:xfrm>
            <a:off x="596903" y="274640"/>
            <a:ext cx="244487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b" anchorCtr="0">
            <a:normAutofit/>
          </a:bodyPr>
          <a:lstStyle>
            <a:lvl1pPr algn="l" defTabSz="457200" rtl="0" eaLnBrk="1" latinLnBrk="0" hangingPunct="1">
              <a:spcBef>
                <a:spcPct val="0%"/>
              </a:spcBef>
              <a:buNone/>
              <a:defRPr sz="2500" b="1" i="0" kern="1200">
                <a:solidFill>
                  <a:schemeClr val="tx1"/>
                </a:solidFill>
                <a:latin typeface="Open Sans"/>
                <a:ea typeface="+mj-ea"/>
                <a:cs typeface="+mj-cs"/>
              </a:defRPr>
            </a:lvl1pPr>
          </a:lstStyle>
          <a:p>
            <a:r>
              <a:rPr lang="nl-NL" sz="6000" dirty="0">
                <a:solidFill>
                  <a:srgbClr val="FF9211"/>
                </a:solidFill>
              </a:rPr>
              <a:t>G5</a:t>
            </a:r>
            <a:r>
              <a:rPr lang="nl-NL" sz="6000" dirty="0"/>
              <a:t>Fly</a:t>
            </a:r>
            <a:r>
              <a:rPr lang="nl-NL" sz="4400" dirty="0"/>
              <a:t> </a:t>
            </a:r>
            <a:endParaRPr lang="nl-NL" sz="4000" dirty="0"/>
          </a:p>
        </p:txBody>
      </p:sp>
      <p:pic>
        <p:nvPicPr>
          <p:cNvPr id="86" name="Picture 3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DB3DA77-0F98-05A8-22EC-A401B9CF277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6095" y="410404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7" name="Picture 39" descr="A close up of a logo&#10;&#10;Description generated with high confidence">
            <a:extLst>
              <a:ext uri="{FF2B5EF4-FFF2-40B4-BE49-F238E27FC236}">
                <a16:creationId xmlns:a16="http://schemas.microsoft.com/office/drawing/2014/main" id="{F9F47218-A075-0706-CDEE-1220D2A6A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74041" y="386675"/>
            <a:ext cx="900107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8" name="Picture 35">
            <a:extLst>
              <a:ext uri="{FF2B5EF4-FFF2-40B4-BE49-F238E27FC236}">
                <a16:creationId xmlns:a16="http://schemas.microsoft.com/office/drawing/2014/main" id="{296F478F-142F-10ED-915D-291B8CEE9E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04027" y="410404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9" name="Picture 38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BD3BB7B4-9DA8-8ADB-8459-7BEB259861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14180" y="410404"/>
            <a:ext cx="900117" cy="1009653"/>
          </a:xfrm>
          <a:prstGeom prst="rect">
            <a:avLst/>
          </a:prstGeom>
          <a:noFill/>
          <a:ln cap="flat">
            <a:noFill/>
          </a:ln>
          <a:effectLst/>
        </p:spPr>
      </p:pic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F2B493-A4BB-2CD3-BBD8-6B8FAF02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35536"/>
              </p:ext>
            </p:extLst>
          </p:nvPr>
        </p:nvGraphicFramePr>
        <p:xfrm>
          <a:off x="3215366" y="2540828"/>
          <a:ext cx="5047972" cy="2987040"/>
        </p:xfrm>
        <a:graphic>
          <a:graphicData uri="http://purl.oclc.org/ooxml/drawingml/table">
            <a:tbl>
              <a:tblPr firstRow="1" bandRow="1">
                <a:effectLst/>
                <a:tableStyleId>{5C22544A-7EE6-4342-B048-85BDC9FD1C3A}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273839447"/>
                    </a:ext>
                  </a:extLst>
                </a:gridCol>
                <a:gridCol w="1178199">
                  <a:extLst>
                    <a:ext uri="{9D8B030D-6E8A-4147-A177-3AD203B41FA5}">
                      <a16:colId xmlns:a16="http://schemas.microsoft.com/office/drawing/2014/main" val="1486783089"/>
                    </a:ext>
                  </a:extLst>
                </a:gridCol>
                <a:gridCol w="2236215">
                  <a:extLst>
                    <a:ext uri="{9D8B030D-6E8A-4147-A177-3AD203B41FA5}">
                      <a16:colId xmlns:a16="http://schemas.microsoft.com/office/drawing/2014/main" val="2202182549"/>
                    </a:ext>
                  </a:extLst>
                </a:gridCol>
                <a:gridCol w="1295103">
                  <a:extLst>
                    <a:ext uri="{9D8B030D-6E8A-4147-A177-3AD203B41FA5}">
                      <a16:colId xmlns:a16="http://schemas.microsoft.com/office/drawing/2014/main" val="162912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Connectors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126043"/>
                  </a:ext>
                </a:extLst>
              </a:tr>
              <a:tr h="1757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Antenna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MMCX male plug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77743"/>
                  </a:ext>
                </a:extLst>
              </a:tr>
              <a:tr h="162934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I²C 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STM32(G473) </a:t>
                      </a:r>
                      <a:r>
                        <a:rPr lang="nl-BE" sz="700" dirty="0"/>
                        <a:t>[I²C 1]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9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PPS/EVENT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3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9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8]</a:t>
                      </a:r>
                      <a:endParaRPr lang="nl-BE" sz="10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6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702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USB-2.0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USB-C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5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CAN 1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STM32(G473) + Transceiver (TJA1462ATK)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x2 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563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SPI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Magnetometer STM (LIS2MDLTR)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x4 Solder pads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05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  <a:r>
                        <a:rPr lang="nl-BE" sz="1000" i="0" dirty="0"/>
                        <a:t>+ </a:t>
                      </a:r>
                      <a:r>
                        <a:rPr lang="nl-BE" sz="1000" dirty="0"/>
                        <a:t>PPS/EVENT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  <a:r>
                        <a:rPr lang="nl-BE" sz="8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3 and 4]</a:t>
                      </a: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0" dirty="0">
                          <a:solidFill>
                            <a:schemeClr val="tx1"/>
                          </a:solidFill>
                        </a:rPr>
                        <a:t>DF40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JST 6 pin + JST 3 pin </a:t>
                      </a:r>
                      <a:endParaRPr lang="nl-BE" sz="1000" b="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9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</a:t>
                      </a:r>
                      <a:r>
                        <a:rPr lang="nl-BE" sz="1000" i="1" dirty="0"/>
                        <a:t>STM32</a:t>
                      </a:r>
                      <a:r>
                        <a:rPr lang="nl-BE" sz="1000" baseline="30%" dirty="0"/>
                        <a:t>1</a:t>
                      </a:r>
                      <a:endParaRPr lang="nl-BE" sz="1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STM32(G473)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x4 Solder pads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1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UART 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G5 P3(H)</a:t>
                      </a:r>
                      <a:r>
                        <a:rPr lang="nl-BE" sz="1000" i="1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[UART 1]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 &lt;-&gt; STM32(G473) </a:t>
                      </a:r>
                      <a:r>
                        <a:rPr lang="nl-BE" sz="600" i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[USART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1]</a:t>
                      </a:r>
                      <a:endParaRPr lang="nl-BE" sz="100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Internal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1834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6F24BC6-AD56-FC75-A455-C23AD5E7E13E}"/>
              </a:ext>
            </a:extLst>
          </p:cNvPr>
          <p:cNvGrpSpPr/>
          <p:nvPr/>
        </p:nvGrpSpPr>
        <p:grpSpPr>
          <a:xfrm>
            <a:off x="596902" y="3897323"/>
            <a:ext cx="1871978" cy="2016392"/>
            <a:chOff x="596902" y="3897323"/>
            <a:chExt cx="1871978" cy="2016392"/>
          </a:xfrm>
        </p:grpSpPr>
        <p:pic>
          <p:nvPicPr>
            <p:cNvPr id="34" name="Picture 33" descr="DINOSM&#10;&#10;AI-generated content may be incorrect.">
              <a:extLst>
                <a:ext uri="{FF2B5EF4-FFF2-40B4-BE49-F238E27FC236}">
                  <a16:creationId xmlns:a16="http://schemas.microsoft.com/office/drawing/2014/main" id="{B53E33DA-1F9B-B6C8-8219-E9CAEC9F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2.864%" r="21.971%"/>
            <a:stretch>
              <a:fillRect/>
            </a:stretch>
          </p:blipFill>
          <p:spPr>
            <a:xfrm>
              <a:off x="596902" y="3897323"/>
              <a:ext cx="1871978" cy="201639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CE22E0-CD57-856C-268D-9B4CC6B9CF0F}"/>
                </a:ext>
              </a:extLst>
            </p:cNvPr>
            <p:cNvSpPr txBox="1"/>
            <p:nvPr/>
          </p:nvSpPr>
          <p:spPr>
            <a:xfrm>
              <a:off x="612531" y="4979261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7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ABCB18-0C9B-F41D-B3D1-0ABC6A3848F3}"/>
                </a:ext>
              </a:extLst>
            </p:cNvPr>
            <p:cNvSpPr txBox="1"/>
            <p:nvPr/>
          </p:nvSpPr>
          <p:spPr>
            <a:xfrm>
              <a:off x="1238710" y="5139484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8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FCD33B8-2E11-3719-750F-A682C4CBA398}"/>
                </a:ext>
              </a:extLst>
            </p:cNvPr>
            <p:cNvSpPr txBox="1"/>
            <p:nvPr/>
          </p:nvSpPr>
          <p:spPr>
            <a:xfrm>
              <a:off x="2167985" y="5074144"/>
              <a:ext cx="234459" cy="2769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9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62EFA26-7FAA-310C-7766-58D7CC626078}"/>
              </a:ext>
            </a:extLst>
          </p:cNvPr>
          <p:cNvSpPr txBox="1"/>
          <p:nvPr/>
        </p:nvSpPr>
        <p:spPr>
          <a:xfrm>
            <a:off x="3215366" y="1616182"/>
            <a:ext cx="5047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</a:rPr>
              <a:t>G5</a:t>
            </a:r>
            <a:r>
              <a:rPr lang="en-US" sz="1200" b="1" dirty="0"/>
              <a:t>Fly</a:t>
            </a:r>
            <a:r>
              <a:rPr lang="en-US" sz="1200" dirty="0"/>
              <a:t> </a:t>
            </a:r>
            <a:r>
              <a:rPr lang="en-US" sz="1200" b="1" dirty="0"/>
              <a:t>is an </a:t>
            </a:r>
            <a:r>
              <a:rPr lang="en-US" sz="1200" b="1" u="sng" dirty="0"/>
              <a:t>open-source</a:t>
            </a:r>
            <a:r>
              <a:rPr lang="en-US" sz="1200" b="1" dirty="0"/>
              <a:t> board design based on the “FPV flight controller” form factor (30.5 × 30.5 mm), with an extended version (30.5 × 40 mm) and with </a:t>
            </a:r>
            <a:r>
              <a:rPr lang="en-US" sz="1200" b="1" dirty="0" err="1"/>
              <a:t>DroneCan</a:t>
            </a:r>
            <a:r>
              <a:rPr lang="en-US" sz="1200" b="1" dirty="0"/>
              <a:t> support. It is suitable for a wide range of applications including robotics, UAVs, and industrial embedded systems.</a:t>
            </a:r>
            <a:endParaRPr lang="nl-NL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79EAE5-0D18-24F7-51E6-C0D5C94E74A4}"/>
              </a:ext>
            </a:extLst>
          </p:cNvPr>
          <p:cNvSpPr txBox="1"/>
          <p:nvPr/>
        </p:nvSpPr>
        <p:spPr>
          <a:xfrm>
            <a:off x="3224884" y="5852370"/>
            <a:ext cx="5178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The board integrates the high-precision and resilient Mosaic-G5 P3(H), P6 or P8 module, delivering accurate positioning even in challenging environments. </a:t>
            </a:r>
          </a:p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An optional dual-antenna configuration enables precise heading output.</a:t>
            </a:r>
            <a:endParaRPr kumimoji="0" lang="nl-NL" sz="1100" b="1" i="0" u="none" strike="noStrike" kern="1200" cap="none" spc="0" normalizeH="0" baseline="0%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Sa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EC67CE-A226-062F-23D3-172FFEE7AEC8}"/>
              </a:ext>
            </a:extLst>
          </p:cNvPr>
          <p:cNvGrpSpPr/>
          <p:nvPr/>
        </p:nvGrpSpPr>
        <p:grpSpPr>
          <a:xfrm>
            <a:off x="8529408" y="802394"/>
            <a:ext cx="2949303" cy="2748717"/>
            <a:chOff x="8529408" y="802394"/>
            <a:chExt cx="2949303" cy="2748717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00B2734-753A-B97F-9D91-E0236ADE0D50}"/>
                </a:ext>
              </a:extLst>
            </p:cNvPr>
            <p:cNvGrpSpPr/>
            <p:nvPr/>
          </p:nvGrpSpPr>
          <p:grpSpPr>
            <a:xfrm>
              <a:off x="8529408" y="802394"/>
              <a:ext cx="2949303" cy="2748717"/>
              <a:chOff x="8560491" y="3787140"/>
              <a:chExt cx="2949303" cy="2748717"/>
            </a:xfrm>
          </p:grpSpPr>
          <p:pic>
            <p:nvPicPr>
              <p:cNvPr id="7" name="Picture 6" descr="The image depicts a circuit board with various electronic components and connections, likely a custom PCB (Printed Circuit Board) for a project.&#10;&#10;AI-generated content may be incorrect.">
                <a:extLst>
                  <a:ext uri="{FF2B5EF4-FFF2-40B4-BE49-F238E27FC236}">
                    <a16:creationId xmlns:a16="http://schemas.microsoft.com/office/drawing/2014/main" id="{50BDDA2E-12A4-FBC0-3BE5-00967B604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1.027%" t="9.49%" r="13.687%" b="5.241%"/>
              <a:stretch>
                <a:fillRect/>
              </a:stretch>
            </p:blipFill>
            <p:spPr>
              <a:xfrm>
                <a:off x="8560491" y="3787140"/>
                <a:ext cx="2949303" cy="258064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E027FB6-0D42-0CD9-D630-CAB082B5D250}"/>
                  </a:ext>
                </a:extLst>
              </p:cNvPr>
              <p:cNvSpPr txBox="1"/>
              <p:nvPr/>
            </p:nvSpPr>
            <p:spPr>
              <a:xfrm>
                <a:off x="8749566" y="6228080"/>
                <a:ext cx="257115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MR-MCXN-T1 Hub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61C0F4-E9A0-C992-2086-E487F7A5B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duotone>
                <a:prstClr val="black"/>
                <a:schemeClr val="accent4">
                  <a:tint val="45%"/>
                  <a:satMod val="400%"/>
                </a:schemeClr>
              </a:duotone>
              <a:alphaModFix amt="50%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052" y="1221233"/>
              <a:ext cx="979756" cy="678293"/>
            </a:xfrm>
            <a:prstGeom prst="rect">
              <a:avLst/>
            </a:prstGeom>
            <a:scene3d>
              <a:camera prst="isometricBottomDown">
                <a:rot lat="1582529" lon="19140000" rev="18054000"/>
              </a:camera>
              <a:lightRig rig="threePt" dir="t"/>
            </a:scene3d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8BAD07-A24F-57A0-604C-C6FB1A76DE36}"/>
              </a:ext>
            </a:extLst>
          </p:cNvPr>
          <p:cNvGrpSpPr/>
          <p:nvPr/>
        </p:nvGrpSpPr>
        <p:grpSpPr>
          <a:xfrm>
            <a:off x="8718484" y="3528476"/>
            <a:ext cx="2840618" cy="2839304"/>
            <a:chOff x="8718484" y="3528476"/>
            <a:chExt cx="2840618" cy="283930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F4A5C31-A205-CEE3-59CA-4C138D8CA3F1}"/>
                </a:ext>
              </a:extLst>
            </p:cNvPr>
            <p:cNvGrpSpPr/>
            <p:nvPr/>
          </p:nvGrpSpPr>
          <p:grpSpPr>
            <a:xfrm>
              <a:off x="8718484" y="3528476"/>
              <a:ext cx="2840618" cy="2839304"/>
              <a:chOff x="8560491" y="996950"/>
              <a:chExt cx="2840618" cy="2839304"/>
            </a:xfrm>
          </p:grpSpPr>
          <p:pic>
            <p:nvPicPr>
              <p:cNvPr id="28" name="Picture 27" descr="The image depicts a detailed layout of an electronic circuit board, featuring components such as the Infineon W, and includes various connectors and circuitry elements.&#10;&#10;AI-generated content may be incorrect.">
                <a:extLst>
                  <a:ext uri="{FF2B5EF4-FFF2-40B4-BE49-F238E27FC236}">
                    <a16:creationId xmlns:a16="http://schemas.microsoft.com/office/drawing/2014/main" id="{85E9DD95-36C7-B92B-98CC-92371CDC8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6.581%" t="9.185%" r="15.847%" b="4.005%"/>
              <a:stretch>
                <a:fillRect/>
              </a:stretch>
            </p:blipFill>
            <p:spPr>
              <a:xfrm>
                <a:off x="8560491" y="996950"/>
                <a:ext cx="2840618" cy="2580640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731BA8-8BE0-E574-1B5A-853BBADA05C7}"/>
                  </a:ext>
                </a:extLst>
              </p:cNvPr>
              <p:cNvSpPr txBox="1"/>
              <p:nvPr/>
            </p:nvSpPr>
            <p:spPr>
              <a:xfrm>
                <a:off x="8630674" y="3528477"/>
                <a:ext cx="26900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Any flight controller </a:t>
                </a:r>
                <a:r>
                  <a:rPr lang="nl-BE" sz="11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(30.5 x 30.5 mm)</a:t>
                </a:r>
                <a:endParaRPr lang="nl-BE" sz="1400" b="1" i="0" dirty="0">
                  <a:solidFill>
                    <a:schemeClr val="tx2"/>
                  </a:solidFill>
                  <a:effectLst/>
                  <a:latin typeface="Mona Sans VF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C8390A-A7F5-BDE1-1949-286BBF182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%"/>
              <a:duotone>
                <a:prstClr val="black"/>
                <a:schemeClr val="accent2">
                  <a:tint val="45%"/>
                  <a:satMod val="400%"/>
                </a:schemeClr>
              </a:duotone>
            </a:blip>
            <a:stretch>
              <a:fillRect/>
            </a:stretch>
          </p:blipFill>
          <p:spPr>
            <a:xfrm>
              <a:off x="9281934" y="3812033"/>
              <a:ext cx="1168271" cy="808804"/>
            </a:xfrm>
            <a:prstGeom prst="rect">
              <a:avLst/>
            </a:prstGeom>
            <a:scene3d>
              <a:camera prst="isometricTopUp">
                <a:rot lat="19632132" lon="19192754" rev="3436053"/>
              </a:camera>
              <a:lightRig rig="threePt" dir="t"/>
            </a:scene3d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C4C41A8-A50D-67F5-16D6-FA52D1CE01B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4714" y="0"/>
            <a:ext cx="1088776" cy="12177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2D72F9A-BBF2-DF16-E075-5955822B30C7}"/>
              </a:ext>
            </a:extLst>
          </p:cNvPr>
          <p:cNvGrpSpPr/>
          <p:nvPr/>
        </p:nvGrpSpPr>
        <p:grpSpPr>
          <a:xfrm>
            <a:off x="481692" y="1637494"/>
            <a:ext cx="2100775" cy="2395391"/>
            <a:chOff x="481692" y="1637494"/>
            <a:chExt cx="2100775" cy="239539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5F0FD74-201E-DC92-381F-19577AD10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6.279%" t="5.337%" r="25.625%" b="2.373%"/>
            <a:stretch>
              <a:fillRect/>
            </a:stretch>
          </p:blipFill>
          <p:spPr>
            <a:xfrm>
              <a:off x="481692" y="1637494"/>
              <a:ext cx="2100775" cy="239539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E795ED-6324-46E1-6465-B0695002A20F}"/>
                </a:ext>
              </a:extLst>
            </p:cNvPr>
            <p:cNvSpPr txBox="1"/>
            <p:nvPr/>
          </p:nvSpPr>
          <p:spPr>
            <a:xfrm>
              <a:off x="632898" y="238377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8362AF-7BD8-DB2A-3CB2-730D2C547EF7}"/>
                </a:ext>
              </a:extLst>
            </p:cNvPr>
            <p:cNvSpPr txBox="1"/>
            <p:nvPr/>
          </p:nvSpPr>
          <p:spPr>
            <a:xfrm>
              <a:off x="596903" y="2728338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2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5B1964-E8B7-6C7A-5580-BE1C2C38DF7C}"/>
                </a:ext>
              </a:extLst>
            </p:cNvPr>
            <p:cNvSpPr txBox="1"/>
            <p:nvPr/>
          </p:nvSpPr>
          <p:spPr>
            <a:xfrm>
              <a:off x="2152430" y="238377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B72A13-3C87-524F-18C7-36E821E6D4A3}"/>
                </a:ext>
              </a:extLst>
            </p:cNvPr>
            <p:cNvSpPr txBox="1"/>
            <p:nvPr/>
          </p:nvSpPr>
          <p:spPr>
            <a:xfrm>
              <a:off x="596902" y="315773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3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33ACF1B-A37F-99FB-EF14-552D35F3A910}"/>
                </a:ext>
              </a:extLst>
            </p:cNvPr>
            <p:cNvSpPr txBox="1"/>
            <p:nvPr/>
          </p:nvSpPr>
          <p:spPr>
            <a:xfrm>
              <a:off x="1059182" y="3677469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4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02A9E4-A6BF-3C11-F027-5059A680EE7A}"/>
                </a:ext>
              </a:extLst>
            </p:cNvPr>
            <p:cNvSpPr txBox="1"/>
            <p:nvPr/>
          </p:nvSpPr>
          <p:spPr>
            <a:xfrm>
              <a:off x="1715258" y="3677468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5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AE62F70-1A04-8C1D-58F3-AF4B472C79DD}"/>
                </a:ext>
              </a:extLst>
            </p:cNvPr>
            <p:cNvSpPr txBox="1"/>
            <p:nvPr/>
          </p:nvSpPr>
          <p:spPr>
            <a:xfrm>
              <a:off x="2167985" y="3247991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CE63BC5-4BC9-8825-82A7-ED9266DCABEB}"/>
                </a:ext>
              </a:extLst>
            </p:cNvPr>
            <p:cNvSpPr txBox="1"/>
            <p:nvPr/>
          </p:nvSpPr>
          <p:spPr>
            <a:xfrm>
              <a:off x="2167984" y="275565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1F7A7B5-F3B1-9C70-72DC-8B49E9504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1627" y="2269573"/>
              <a:ext cx="1109568" cy="7681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CE59541-745E-2FF1-F2A5-26CFD66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duotone>
                <a:schemeClr val="bg2">
                  <a:shade val="45%"/>
                  <a:satMod val="135%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1627" y="1767262"/>
              <a:ext cx="277908" cy="310825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5BE26800-2AD3-793B-067D-5B81DDFE0D00}"/>
                </a:ext>
              </a:extLst>
            </p:cNvPr>
            <p:cNvSpPr txBox="1">
              <a:spLocks/>
            </p:cNvSpPr>
            <p:nvPr/>
          </p:nvSpPr>
          <p:spPr>
            <a:xfrm>
              <a:off x="1231093" y="1793036"/>
              <a:ext cx="567227" cy="31082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b" anchorCtr="0">
              <a:normAutofit/>
            </a:bodyPr>
            <a:lstStyle>
              <a:lvl1pPr algn="l" defTabSz="457200" rtl="0" eaLnBrk="1" latinLnBrk="0" hangingPunct="1">
                <a:spcBef>
                  <a:spcPct val="0%"/>
                </a:spcBef>
                <a:buNone/>
                <a:defRPr sz="2500" b="1" i="0" kern="1200">
                  <a:solidFill>
                    <a:schemeClr val="tx1"/>
                  </a:solidFill>
                  <a:latin typeface="Open Sans"/>
                  <a:ea typeface="+mj-ea"/>
                  <a:cs typeface="+mj-cs"/>
                </a:defRPr>
              </a:lvl1pPr>
            </a:lstStyle>
            <a:p>
              <a:r>
                <a:rPr lang="nl-NL" sz="900" dirty="0">
                  <a:solidFill>
                    <a:schemeClr val="bg2"/>
                  </a:solidFill>
                </a:rPr>
                <a:t>G5Fly</a:t>
              </a:r>
              <a:r>
                <a:rPr lang="nl-NL" sz="300" dirty="0">
                  <a:solidFill>
                    <a:schemeClr val="bg2"/>
                  </a:solidFill>
                </a:rPr>
                <a:t> </a:t>
              </a:r>
              <a:endParaRPr lang="nl-NL" sz="200" dirty="0">
                <a:solidFill>
                  <a:schemeClr val="bg2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5E9EE76-E9C1-5DFB-D1D1-9C5B61BD30F1}"/>
              </a:ext>
            </a:extLst>
          </p:cNvPr>
          <p:cNvSpPr txBox="1"/>
          <p:nvPr/>
        </p:nvSpPr>
        <p:spPr>
          <a:xfrm>
            <a:off x="6951631" y="5546975"/>
            <a:ext cx="16959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i="1" baseline="30%" dirty="0"/>
              <a:t>1 </a:t>
            </a:r>
            <a:r>
              <a:rPr lang="nl-BE" sz="1050" i="1" dirty="0"/>
              <a:t>Optional at assembly</a:t>
            </a:r>
            <a:endParaRPr lang="nl-BE" sz="1050" i="1" baseline="30%" dirty="0"/>
          </a:p>
        </p:txBody>
      </p:sp>
      <p:pic>
        <p:nvPicPr>
          <p:cNvPr id="5" name="Picture 2" descr="DroneCAN added to the WASP™ Laser Rangefinder Product Line | Attollo  Engineering">
            <a:extLst>
              <a:ext uri="{FF2B5EF4-FFF2-40B4-BE49-F238E27FC236}">
                <a16:creationId xmlns:a16="http://schemas.microsoft.com/office/drawing/2014/main" id="{409037DC-25FA-53E6-1B54-A698D0A53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duotone>
              <a:schemeClr val="accent1">
                <a:shade val="45%"/>
                <a:satMod val="135%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.221%"/>
          <a:stretch>
            <a:fillRect/>
          </a:stretch>
        </p:blipFill>
        <p:spPr bwMode="auto">
          <a:xfrm>
            <a:off x="6777791" y="520860"/>
            <a:ext cx="646332" cy="52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agnetometer Imagens – Procure 813 fotos, vetores e vídeos | Adobe Stock">
            <a:extLst>
              <a:ext uri="{FF2B5EF4-FFF2-40B4-BE49-F238E27FC236}">
                <a16:creationId xmlns:a16="http://schemas.microsoft.com/office/drawing/2014/main" id="{8B5CA10C-EC67-8362-1E61-766D8A0B6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duotone>
              <a:schemeClr val="accent1">
                <a:shade val="45%"/>
                <a:satMod val="135%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979" y="600954"/>
            <a:ext cx="465979" cy="46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326CB1-A0EC-214F-012D-992EE42038C4}"/>
              </a:ext>
            </a:extLst>
          </p:cNvPr>
          <p:cNvSpPr txBox="1"/>
          <p:nvPr/>
        </p:nvSpPr>
        <p:spPr>
          <a:xfrm>
            <a:off x="7424123" y="1113758"/>
            <a:ext cx="9124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96B11"/>
                </a:solidFill>
              </a:rPr>
              <a:t>Magnetometer</a:t>
            </a:r>
            <a:endParaRPr lang="nl-BE" sz="900" b="1" dirty="0">
              <a:solidFill>
                <a:srgbClr val="C96B1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C9A9A9-13E5-AC6B-A8F3-F3D0BD9B45F3}"/>
              </a:ext>
            </a:extLst>
          </p:cNvPr>
          <p:cNvSpPr txBox="1"/>
          <p:nvPr/>
        </p:nvSpPr>
        <p:spPr>
          <a:xfrm>
            <a:off x="6777791" y="1102318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rgbClr val="C96B11"/>
                </a:solidFill>
              </a:rPr>
              <a:t>DroneCan</a:t>
            </a:r>
            <a:endParaRPr lang="nl-BE" sz="900" b="1" dirty="0">
              <a:solidFill>
                <a:srgbClr val="C96B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100121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B5174F25-241A-83FC-D202-BE5235F1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3D8B7-6251-7F9B-0ABF-D08D5B68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003" y="-126679"/>
            <a:ext cx="10998200" cy="1143000"/>
          </a:xfrm>
        </p:spPr>
        <p:txBody>
          <a:bodyPr>
            <a:normAutofit/>
          </a:bodyPr>
          <a:lstStyle/>
          <a:p>
            <a:r>
              <a:rPr lang="nl-NL" sz="5400"/>
              <a:t>MosaicG5 </a:t>
            </a:r>
            <a:r>
              <a:rPr lang="nl-NL" sz="5400">
                <a:solidFill>
                  <a:srgbClr val="FF9712"/>
                </a:solidFill>
              </a:rPr>
              <a:t>HAT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04142F-2B9E-7578-9982-BA243CA30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/>
              <a:pPr/>
              <a:t>2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07D17-2A18-E753-28A1-34D196271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77" y="854622"/>
            <a:ext cx="5164011" cy="3900187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D18543-E351-8D40-3320-C168B447A894}"/>
              </a:ext>
            </a:extLst>
          </p:cNvPr>
          <p:cNvSpPr/>
          <p:nvPr/>
        </p:nvSpPr>
        <p:spPr>
          <a:xfrm>
            <a:off x="425409" y="1219306"/>
            <a:ext cx="2782458" cy="18472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2">
                <a:satMod val="175%"/>
                <a:alpha val="40%"/>
              </a:schemeClr>
            </a:glo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New version mosaic 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Reference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Popularity </a:t>
            </a:r>
            <a:r>
              <a:rPr lang="en-GB" sz="1600" err="1"/>
              <a:t>Rpi</a:t>
            </a: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Building on success of previous mosaic HAT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A3D86D0-D593-D32D-2F58-177AA7230E8F}"/>
              </a:ext>
            </a:extLst>
          </p:cNvPr>
          <p:cNvSpPr/>
          <p:nvPr/>
        </p:nvSpPr>
        <p:spPr>
          <a:xfrm>
            <a:off x="425409" y="1091073"/>
            <a:ext cx="2782457" cy="386377"/>
          </a:xfrm>
          <a:custGeom>
            <a:avLst/>
            <a:gdLst>
              <a:gd name="connsiteX0" fmla="*/ 174731 w 1752600"/>
              <a:gd name="connsiteY0" fmla="*/ 0 h 402302"/>
              <a:gd name="connsiteX1" fmla="*/ 1577869 w 1752600"/>
              <a:gd name="connsiteY1" fmla="*/ 0 h 402302"/>
              <a:gd name="connsiteX2" fmla="*/ 1752600 w 1752600"/>
              <a:gd name="connsiteY2" fmla="*/ 174731 h 402302"/>
              <a:gd name="connsiteX3" fmla="*/ 1752600 w 1752600"/>
              <a:gd name="connsiteY3" fmla="*/ 402302 h 402302"/>
              <a:gd name="connsiteX4" fmla="*/ 0 w 1752600"/>
              <a:gd name="connsiteY4" fmla="*/ 402302 h 402302"/>
              <a:gd name="connsiteX5" fmla="*/ 0 w 1752600"/>
              <a:gd name="connsiteY5" fmla="*/ 174731 h 402302"/>
              <a:gd name="connsiteX6" fmla="*/ 174731 w 1752600"/>
              <a:gd name="connsiteY6" fmla="*/ 0 h 4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2600" h="402302">
                <a:moveTo>
                  <a:pt x="174731" y="0"/>
                </a:moveTo>
                <a:lnTo>
                  <a:pt x="1577869" y="0"/>
                </a:lnTo>
                <a:cubicBezTo>
                  <a:pt x="1674370" y="0"/>
                  <a:pt x="1752600" y="78230"/>
                  <a:pt x="1752600" y="174731"/>
                </a:cubicBezTo>
                <a:lnTo>
                  <a:pt x="1752600" y="402302"/>
                </a:lnTo>
                <a:lnTo>
                  <a:pt x="0" y="402302"/>
                </a:lnTo>
                <a:lnTo>
                  <a:pt x="0" y="174731"/>
                </a:lnTo>
                <a:cubicBezTo>
                  <a:pt x="0" y="78230"/>
                  <a:pt x="78230" y="0"/>
                  <a:pt x="17473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cap="all">
                <a:solidFill>
                  <a:schemeClr val="bg2"/>
                </a:solidFill>
              </a:rPr>
              <a:t>WHY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9CBE12-E139-3681-926E-F819CBF6A753}"/>
              </a:ext>
            </a:extLst>
          </p:cNvPr>
          <p:cNvSpPr/>
          <p:nvPr/>
        </p:nvSpPr>
        <p:spPr>
          <a:xfrm>
            <a:off x="483066" y="3433908"/>
            <a:ext cx="2295052" cy="14269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2">
                <a:satMod val="175%"/>
                <a:alpha val="40%"/>
              </a:schemeClr>
            </a:glo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Mosaic-G5 P3(H)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MMCX or SMA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USB-C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99A3CBF-7BEF-C7DE-F0FD-A980932D6CA8}"/>
              </a:ext>
            </a:extLst>
          </p:cNvPr>
          <p:cNvSpPr/>
          <p:nvPr/>
        </p:nvSpPr>
        <p:spPr>
          <a:xfrm>
            <a:off x="483066" y="3424092"/>
            <a:ext cx="2295052" cy="386377"/>
          </a:xfrm>
          <a:custGeom>
            <a:avLst/>
            <a:gdLst>
              <a:gd name="connsiteX0" fmla="*/ 174731 w 1752600"/>
              <a:gd name="connsiteY0" fmla="*/ 0 h 402302"/>
              <a:gd name="connsiteX1" fmla="*/ 1577869 w 1752600"/>
              <a:gd name="connsiteY1" fmla="*/ 0 h 402302"/>
              <a:gd name="connsiteX2" fmla="*/ 1752600 w 1752600"/>
              <a:gd name="connsiteY2" fmla="*/ 174731 h 402302"/>
              <a:gd name="connsiteX3" fmla="*/ 1752600 w 1752600"/>
              <a:gd name="connsiteY3" fmla="*/ 402302 h 402302"/>
              <a:gd name="connsiteX4" fmla="*/ 0 w 1752600"/>
              <a:gd name="connsiteY4" fmla="*/ 402302 h 402302"/>
              <a:gd name="connsiteX5" fmla="*/ 0 w 1752600"/>
              <a:gd name="connsiteY5" fmla="*/ 174731 h 402302"/>
              <a:gd name="connsiteX6" fmla="*/ 174731 w 1752600"/>
              <a:gd name="connsiteY6" fmla="*/ 0 h 4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2600" h="402302">
                <a:moveTo>
                  <a:pt x="174731" y="0"/>
                </a:moveTo>
                <a:lnTo>
                  <a:pt x="1577869" y="0"/>
                </a:lnTo>
                <a:cubicBezTo>
                  <a:pt x="1674370" y="0"/>
                  <a:pt x="1752600" y="78230"/>
                  <a:pt x="1752600" y="174731"/>
                </a:cubicBezTo>
                <a:lnTo>
                  <a:pt x="1752600" y="402302"/>
                </a:lnTo>
                <a:lnTo>
                  <a:pt x="0" y="402302"/>
                </a:lnTo>
                <a:lnTo>
                  <a:pt x="0" y="174731"/>
                </a:lnTo>
                <a:cubicBezTo>
                  <a:pt x="0" y="78230"/>
                  <a:pt x="78230" y="0"/>
                  <a:pt x="17473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cap="all">
                <a:solidFill>
                  <a:schemeClr val="bg2"/>
                </a:solidFill>
              </a:rPr>
              <a:t>    INNOVATION</a:t>
            </a:r>
          </a:p>
        </p:txBody>
      </p:sp>
      <p:pic>
        <p:nvPicPr>
          <p:cNvPr id="42" name="Picture 41" descr="A green circuit board with red and white text&#10;&#10;AI-generated content may be incorrect.">
            <a:extLst>
              <a:ext uri="{FF2B5EF4-FFF2-40B4-BE49-F238E27FC236}">
                <a16:creationId xmlns:a16="http://schemas.microsoft.com/office/drawing/2014/main" id="{EE08893D-711A-2395-4D27-9AC1ACD946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.896%" t="17.291%" r="9.258%" b="13.856%"/>
          <a:stretch>
            <a:fillRect/>
          </a:stretch>
        </p:blipFill>
        <p:spPr>
          <a:xfrm>
            <a:off x="8665703" y="4829822"/>
            <a:ext cx="2308043" cy="1867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%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5A0F8E3-B240-49A9-8CA4-18B303ABD481}"/>
              </a:ext>
            </a:extLst>
          </p:cNvPr>
          <p:cNvSpPr/>
          <p:nvPr/>
        </p:nvSpPr>
        <p:spPr>
          <a:xfrm>
            <a:off x="3479394" y="2478343"/>
            <a:ext cx="914400" cy="299192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/>
              <a:t>SMA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22098C1-DB7C-95A8-AAAD-325EBAC30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908" y="4015864"/>
            <a:ext cx="2033366" cy="844953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1E93BA8-4E77-EAB5-7F8D-1BFE5D1A0E2D}"/>
              </a:ext>
            </a:extLst>
          </p:cNvPr>
          <p:cNvSpPr/>
          <p:nvPr/>
        </p:nvSpPr>
        <p:spPr>
          <a:xfrm>
            <a:off x="4602915" y="2430967"/>
            <a:ext cx="914400" cy="373748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/>
              <a:t>MMCX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DB5925E-0B15-0A4D-CCC8-448A650DA39A}"/>
              </a:ext>
            </a:extLst>
          </p:cNvPr>
          <p:cNvSpPr/>
          <p:nvPr/>
        </p:nvSpPr>
        <p:spPr>
          <a:xfrm>
            <a:off x="9443229" y="356584"/>
            <a:ext cx="1778701" cy="73049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/>
              <a:t>Rpi connector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EC4AE29-2C2E-4659-51EC-6CABAABD2226}"/>
              </a:ext>
            </a:extLst>
          </p:cNvPr>
          <p:cNvSpPr/>
          <p:nvPr/>
        </p:nvSpPr>
        <p:spPr>
          <a:xfrm>
            <a:off x="10337822" y="2340883"/>
            <a:ext cx="914400" cy="53495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/>
              <a:t>PPS</a:t>
            </a:r>
          </a:p>
          <a:p>
            <a:pPr algn="ctr"/>
            <a:r>
              <a:rPr lang="en-GB" b="1"/>
              <a:t>EVENT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C4A8401-1B7C-2C66-2789-278EED516199}"/>
              </a:ext>
            </a:extLst>
          </p:cNvPr>
          <p:cNvSpPr/>
          <p:nvPr/>
        </p:nvSpPr>
        <p:spPr>
          <a:xfrm>
            <a:off x="10337822" y="2795232"/>
            <a:ext cx="914400" cy="53495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/>
              <a:t>UART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2D2085F-B09A-079E-57E2-2196D40D69BC}"/>
              </a:ext>
            </a:extLst>
          </p:cNvPr>
          <p:cNvSpPr/>
          <p:nvPr/>
        </p:nvSpPr>
        <p:spPr>
          <a:xfrm>
            <a:off x="10173767" y="1889544"/>
            <a:ext cx="1242509" cy="53495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/>
              <a:t>POWER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111433C-3248-AE9C-3EF4-001BACEB07ED}"/>
              </a:ext>
            </a:extLst>
          </p:cNvPr>
          <p:cNvSpPr/>
          <p:nvPr/>
        </p:nvSpPr>
        <p:spPr>
          <a:xfrm>
            <a:off x="7681618" y="4574359"/>
            <a:ext cx="914400" cy="53495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/>
              <a:t>USB-C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7D7566F-CAD1-A8B0-FE28-3659BBF8F9E9}"/>
              </a:ext>
            </a:extLst>
          </p:cNvPr>
          <p:cNvSpPr/>
          <p:nvPr/>
        </p:nvSpPr>
        <p:spPr>
          <a:xfrm>
            <a:off x="6459378" y="4427822"/>
            <a:ext cx="914400" cy="534950"/>
          </a:xfrm>
          <a:prstGeom prst="roundRect">
            <a:avLst/>
          </a:prstGeom>
          <a:noFill/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/>
              <a:t>LEDs</a:t>
            </a:r>
          </a:p>
        </p:txBody>
      </p:sp>
      <p:sp>
        <p:nvSpPr>
          <p:cNvPr id="132" name="Right Brace 131">
            <a:extLst>
              <a:ext uri="{FF2B5EF4-FFF2-40B4-BE49-F238E27FC236}">
                <a16:creationId xmlns:a16="http://schemas.microsoft.com/office/drawing/2014/main" id="{C7C841D8-38C2-864B-C62A-3F7357B39D14}"/>
              </a:ext>
            </a:extLst>
          </p:cNvPr>
          <p:cNvSpPr/>
          <p:nvPr/>
        </p:nvSpPr>
        <p:spPr>
          <a:xfrm>
            <a:off x="9188480" y="1346204"/>
            <a:ext cx="1149342" cy="2552171"/>
          </a:xfrm>
          <a:prstGeom prst="rightBrace">
            <a:avLst>
              <a:gd name="adj1" fmla="val 17878"/>
              <a:gd name="adj2" fmla="val 5119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97B59580-8760-64F1-7931-CB13350E31F3}"/>
              </a:ext>
            </a:extLst>
          </p:cNvPr>
          <p:cNvCxnSpPr>
            <a:cxnSpLocks/>
          </p:cNvCxnSpPr>
          <p:nvPr/>
        </p:nvCxnSpPr>
        <p:spPr>
          <a:xfrm flipV="1">
            <a:off x="8745340" y="904827"/>
            <a:ext cx="1460196" cy="301994"/>
          </a:xfrm>
          <a:prstGeom prst="bentConnector3">
            <a:avLst>
              <a:gd name="adj1" fmla="val 10088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Left Brace 151">
            <a:extLst>
              <a:ext uri="{FF2B5EF4-FFF2-40B4-BE49-F238E27FC236}">
                <a16:creationId xmlns:a16="http://schemas.microsoft.com/office/drawing/2014/main" id="{98AA209C-4050-D97B-76DA-D507FD80FDBB}"/>
              </a:ext>
            </a:extLst>
          </p:cNvPr>
          <p:cNvSpPr/>
          <p:nvPr/>
        </p:nvSpPr>
        <p:spPr>
          <a:xfrm>
            <a:off x="5493053" y="1766510"/>
            <a:ext cx="500478" cy="1836692"/>
          </a:xfrm>
          <a:prstGeom prst="leftBrace">
            <a:avLst>
              <a:gd name="adj1" fmla="val 8333"/>
              <a:gd name="adj2" fmla="val 46715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Left Brace 152">
            <a:extLst>
              <a:ext uri="{FF2B5EF4-FFF2-40B4-BE49-F238E27FC236}">
                <a16:creationId xmlns:a16="http://schemas.microsoft.com/office/drawing/2014/main" id="{6073F0F8-7356-A5E1-938A-CBCEFBE9662D}"/>
              </a:ext>
            </a:extLst>
          </p:cNvPr>
          <p:cNvSpPr/>
          <p:nvPr/>
        </p:nvSpPr>
        <p:spPr>
          <a:xfrm>
            <a:off x="4256031" y="1649896"/>
            <a:ext cx="424618" cy="1974531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F328FE9-E2A0-DA1C-FF00-1EFA8A5AB393}"/>
              </a:ext>
            </a:extLst>
          </p:cNvPr>
          <p:cNvSpPr/>
          <p:nvPr/>
        </p:nvSpPr>
        <p:spPr>
          <a:xfrm>
            <a:off x="3010364" y="5250021"/>
            <a:ext cx="1987539" cy="145941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2">
                <a:satMod val="175%"/>
                <a:alpha val="40%"/>
              </a:schemeClr>
            </a:glo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Documentation writing</a:t>
            </a: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E98AFFFF-A69B-53E2-9092-C847B049BA25}"/>
              </a:ext>
            </a:extLst>
          </p:cNvPr>
          <p:cNvSpPr/>
          <p:nvPr/>
        </p:nvSpPr>
        <p:spPr>
          <a:xfrm>
            <a:off x="3010365" y="5091236"/>
            <a:ext cx="1987538" cy="398781"/>
          </a:xfrm>
          <a:custGeom>
            <a:avLst/>
            <a:gdLst>
              <a:gd name="connsiteX0" fmla="*/ 174731 w 1752600"/>
              <a:gd name="connsiteY0" fmla="*/ 0 h 402302"/>
              <a:gd name="connsiteX1" fmla="*/ 1577869 w 1752600"/>
              <a:gd name="connsiteY1" fmla="*/ 0 h 402302"/>
              <a:gd name="connsiteX2" fmla="*/ 1752600 w 1752600"/>
              <a:gd name="connsiteY2" fmla="*/ 174731 h 402302"/>
              <a:gd name="connsiteX3" fmla="*/ 1752600 w 1752600"/>
              <a:gd name="connsiteY3" fmla="*/ 402302 h 402302"/>
              <a:gd name="connsiteX4" fmla="*/ 0 w 1752600"/>
              <a:gd name="connsiteY4" fmla="*/ 402302 h 402302"/>
              <a:gd name="connsiteX5" fmla="*/ 0 w 1752600"/>
              <a:gd name="connsiteY5" fmla="*/ 174731 h 402302"/>
              <a:gd name="connsiteX6" fmla="*/ 174731 w 1752600"/>
              <a:gd name="connsiteY6" fmla="*/ 0 h 4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2600" h="402302">
                <a:moveTo>
                  <a:pt x="174731" y="0"/>
                </a:moveTo>
                <a:lnTo>
                  <a:pt x="1577869" y="0"/>
                </a:lnTo>
                <a:cubicBezTo>
                  <a:pt x="1674370" y="0"/>
                  <a:pt x="1752600" y="78230"/>
                  <a:pt x="1752600" y="174731"/>
                </a:cubicBezTo>
                <a:lnTo>
                  <a:pt x="1752600" y="402302"/>
                </a:lnTo>
                <a:lnTo>
                  <a:pt x="0" y="402302"/>
                </a:lnTo>
                <a:lnTo>
                  <a:pt x="0" y="174731"/>
                </a:lnTo>
                <a:cubicBezTo>
                  <a:pt x="0" y="78230"/>
                  <a:pt x="78230" y="0"/>
                  <a:pt x="17473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cap="all">
                <a:solidFill>
                  <a:schemeClr val="bg2"/>
                </a:solidFill>
              </a:rPr>
              <a:t>STATUS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05FF1C6A-82C8-C9AB-B5D0-167FEA8297BE}"/>
              </a:ext>
            </a:extLst>
          </p:cNvPr>
          <p:cNvSpPr/>
          <p:nvPr/>
        </p:nvSpPr>
        <p:spPr>
          <a:xfrm>
            <a:off x="5189693" y="5306468"/>
            <a:ext cx="1845747" cy="13990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2">
                <a:satMod val="175%"/>
                <a:alpha val="40%"/>
              </a:schemeClr>
            </a:glow>
          </a:effectLst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Open source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Find possible sales partner</a:t>
            </a:r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F3FB6332-50F0-A9C6-8D22-DD2C4069265B}"/>
              </a:ext>
            </a:extLst>
          </p:cNvPr>
          <p:cNvSpPr/>
          <p:nvPr/>
        </p:nvSpPr>
        <p:spPr>
          <a:xfrm>
            <a:off x="5189694" y="5098505"/>
            <a:ext cx="1845746" cy="437860"/>
          </a:xfrm>
          <a:custGeom>
            <a:avLst/>
            <a:gdLst>
              <a:gd name="connsiteX0" fmla="*/ 174731 w 1752600"/>
              <a:gd name="connsiteY0" fmla="*/ 0 h 402302"/>
              <a:gd name="connsiteX1" fmla="*/ 1577869 w 1752600"/>
              <a:gd name="connsiteY1" fmla="*/ 0 h 402302"/>
              <a:gd name="connsiteX2" fmla="*/ 1752600 w 1752600"/>
              <a:gd name="connsiteY2" fmla="*/ 174731 h 402302"/>
              <a:gd name="connsiteX3" fmla="*/ 1752600 w 1752600"/>
              <a:gd name="connsiteY3" fmla="*/ 402302 h 402302"/>
              <a:gd name="connsiteX4" fmla="*/ 0 w 1752600"/>
              <a:gd name="connsiteY4" fmla="*/ 402302 h 402302"/>
              <a:gd name="connsiteX5" fmla="*/ 0 w 1752600"/>
              <a:gd name="connsiteY5" fmla="*/ 174731 h 402302"/>
              <a:gd name="connsiteX6" fmla="*/ 174731 w 1752600"/>
              <a:gd name="connsiteY6" fmla="*/ 0 h 4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2600" h="402302">
                <a:moveTo>
                  <a:pt x="174731" y="0"/>
                </a:moveTo>
                <a:lnTo>
                  <a:pt x="1577869" y="0"/>
                </a:lnTo>
                <a:cubicBezTo>
                  <a:pt x="1674370" y="0"/>
                  <a:pt x="1752600" y="78230"/>
                  <a:pt x="1752600" y="174731"/>
                </a:cubicBezTo>
                <a:lnTo>
                  <a:pt x="1752600" y="402302"/>
                </a:lnTo>
                <a:lnTo>
                  <a:pt x="0" y="402302"/>
                </a:lnTo>
                <a:lnTo>
                  <a:pt x="0" y="174731"/>
                </a:lnTo>
                <a:cubicBezTo>
                  <a:pt x="0" y="78230"/>
                  <a:pt x="78230" y="0"/>
                  <a:pt x="174731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63500" sx="102%" sy="102%" algn="ctr" rotWithShape="0">
              <a:prstClr val="black">
                <a:alpha val="40%"/>
              </a:prstClr>
            </a:outerShdw>
          </a:effec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cap="all">
                <a:solidFill>
                  <a:schemeClr val="bg2"/>
                </a:solidFill>
              </a:rPr>
              <a:t>GOAL</a:t>
            </a:r>
          </a:p>
        </p:txBody>
      </p:sp>
      <p:pic>
        <p:nvPicPr>
          <p:cNvPr id="1028" name="Picture 4" descr="Open hardware: Definição e boas práticas - Embarcados">
            <a:extLst>
              <a:ext uri="{FF2B5EF4-FFF2-40B4-BE49-F238E27FC236}">
                <a16:creationId xmlns:a16="http://schemas.microsoft.com/office/drawing/2014/main" id="{8B612F0F-CBD7-A1AB-0E6B-BDD087EAA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237" y="5310758"/>
            <a:ext cx="1383676" cy="83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vendor logo">
            <a:extLst>
              <a:ext uri="{FF2B5EF4-FFF2-40B4-BE49-F238E27FC236}">
                <a16:creationId xmlns:a16="http://schemas.microsoft.com/office/drawing/2014/main" id="{74026D1A-3B5D-1F2E-4ECD-F422F575E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659" y="6180344"/>
            <a:ext cx="1088776" cy="29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D00F251-5191-4724-C149-F95A0DF6B252}"/>
              </a:ext>
            </a:extLst>
          </p:cNvPr>
          <p:cNvSpPr/>
          <p:nvPr/>
        </p:nvSpPr>
        <p:spPr>
          <a:xfrm>
            <a:off x="831036" y="5087212"/>
            <a:ext cx="1776062" cy="659218"/>
          </a:xfrm>
          <a:prstGeom prst="roundRect">
            <a:avLst>
              <a:gd name="adj" fmla="val 15916"/>
            </a:avLst>
          </a:prstGeom>
          <a:solidFill>
            <a:srgbClr val="FF92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cap="all">
              <a:solidFill>
                <a:schemeClr val="bg2"/>
              </a:solidFill>
            </a:endParaRPr>
          </a:p>
          <a:p>
            <a:pPr algn="ctr"/>
            <a:r>
              <a:rPr lang="en-US" sz="1400" b="1" cap="all">
                <a:solidFill>
                  <a:schemeClr val="bg2"/>
                </a:solidFill>
              </a:rPr>
              <a:t>Thank you</a:t>
            </a:r>
          </a:p>
          <a:p>
            <a:pPr algn="ctr"/>
            <a:r>
              <a:rPr lang="en-US" sz="1400" b="1" cap="all">
                <a:solidFill>
                  <a:schemeClr val="bg2"/>
                </a:solidFill>
              </a:rPr>
              <a:t>WIM &amp; KEN</a:t>
            </a:r>
          </a:p>
          <a:p>
            <a:pPr algn="ctr"/>
            <a:endParaRPr lang="en-GB" sz="140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E0D4A64D-0895-BCD6-B8F2-FEF1E99A87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8042" y="1139216"/>
            <a:ext cx="276225" cy="305903"/>
          </a:xfrm>
          <a:prstGeom prst="ellipse">
            <a:avLst/>
          </a:prstGeom>
          <a:solidFill>
            <a:schemeClr val="bg1"/>
          </a:solidFill>
          <a:ln>
            <a:solidFill>
              <a:srgbClr val="FF9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83D137EB-8FD2-B788-3662-91F462D86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9054" y="1211109"/>
            <a:ext cx="164055" cy="146303"/>
          </a:xfrm>
          <a:prstGeom prst="star5">
            <a:avLst>
              <a:gd name="adj" fmla="val 21776"/>
              <a:gd name="hf" fmla="val 105146"/>
              <a:gd name="vf" fmla="val 110557"/>
            </a:avLst>
          </a:prstGeom>
          <a:solidFill>
            <a:srgbClr val="FF921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1" name="Graphic 170" descr="Lights On with solid fill">
            <a:extLst>
              <a:ext uri="{FF2B5EF4-FFF2-40B4-BE49-F238E27FC236}">
                <a16:creationId xmlns:a16="http://schemas.microsoft.com/office/drawing/2014/main" id="{433FFDD6-7A94-B674-C44F-5E4BFEECB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003" y="3455801"/>
            <a:ext cx="286079" cy="286079"/>
          </a:xfrm>
          <a:prstGeom prst="rect">
            <a:avLst/>
          </a:prstGeom>
        </p:spPr>
      </p:pic>
      <p:pic>
        <p:nvPicPr>
          <p:cNvPr id="173" name="Graphic 172" descr="List with solid fill">
            <a:extLst>
              <a:ext uri="{FF2B5EF4-FFF2-40B4-BE49-F238E27FC236}">
                <a16:creationId xmlns:a16="http://schemas.microsoft.com/office/drawing/2014/main" id="{A36B0D8E-A1E9-3FFB-29F3-C3355BF1A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3284947" y="5155608"/>
            <a:ext cx="274479" cy="274479"/>
          </a:xfrm>
          <a:prstGeom prst="rect">
            <a:avLst/>
          </a:prstGeom>
        </p:spPr>
      </p:pic>
      <p:pic>
        <p:nvPicPr>
          <p:cNvPr id="175" name="Graphic 174" descr="Bullseye outline">
            <a:extLst>
              <a:ext uri="{FF2B5EF4-FFF2-40B4-BE49-F238E27FC236}">
                <a16:creationId xmlns:a16="http://schemas.microsoft.com/office/drawing/2014/main" id="{A99F73E5-6349-1884-D455-DEDBF3FDE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58957" y="5135131"/>
            <a:ext cx="354886" cy="354886"/>
          </a:xfrm>
          <a:prstGeom prst="rect">
            <a:avLst/>
          </a:prstGeom>
        </p:spPr>
      </p:pic>
      <p:pic>
        <p:nvPicPr>
          <p:cNvPr id="181" name="Picture 180">
            <a:extLst>
              <a:ext uri="{FF2B5EF4-FFF2-40B4-BE49-F238E27FC236}">
                <a16:creationId xmlns:a16="http://schemas.microsoft.com/office/drawing/2014/main" id="{17DDBB47-CDEB-5446-C406-240B981C7C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6503785" y="1984295"/>
            <a:ext cx="1276573" cy="89334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2DBE022-247E-BEAA-5590-34B8E1E41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.35%" t="75.035%"/>
          <a:stretch>
            <a:fillRect/>
          </a:stretch>
        </p:blipFill>
        <p:spPr bwMode="auto">
          <a:xfrm>
            <a:off x="10173513" y="3803640"/>
            <a:ext cx="1859421" cy="1351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%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190187C-3446-341A-8301-773B08EFE7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.611%" r="15.067%" b="46.517%"/>
          <a:stretch>
            <a:fillRect/>
          </a:stretch>
        </p:blipFill>
        <p:spPr bwMode="auto">
          <a:xfrm>
            <a:off x="10951827" y="3468480"/>
            <a:ext cx="2619974" cy="1201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%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11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purl.oclc.org/ooxml/drawingml/main" name="1_Septentrio_PPT_43 (1)">
  <a:themeElements>
    <a:clrScheme name="Septentrio 2">
      <a:dk1>
        <a:srgbClr val="000000"/>
      </a:dk1>
      <a:lt1>
        <a:srgbClr val="FFFFFF"/>
      </a:lt1>
      <a:dk2>
        <a:srgbClr val="FF9211"/>
      </a:dk2>
      <a:lt2>
        <a:srgbClr val="FFFFFE"/>
      </a:lt2>
      <a:accent1>
        <a:srgbClr val="FD9D41"/>
      </a:accent1>
      <a:accent2>
        <a:srgbClr val="99A0A5"/>
      </a:accent2>
      <a:accent3>
        <a:srgbClr val="007799"/>
      </a:accent3>
      <a:accent4>
        <a:srgbClr val="99A0A5"/>
      </a:accent4>
      <a:accent5>
        <a:srgbClr val="FF9211"/>
      </a:accent5>
      <a:accent6>
        <a:srgbClr val="4A4D55"/>
      </a:accent6>
      <a:hlink>
        <a:srgbClr val="1A6485"/>
      </a:hlink>
      <a:folHlink>
        <a:srgbClr val="124F68"/>
      </a:folHlink>
    </a:clrScheme>
    <a:fontScheme name="Office - klassiek">
      <a:majorFont>
        <a:latin typeface="OpenSans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OpenSans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4003E321-146D-4A17-8D28-5B0F0458C415}" vid="{B629B2D5-2E8E-41D8-A3A6-AC3BCBA57498}"/>
    </a:ext>
  </a:extLst>
</a:theme>
</file>

<file path=ppt/theme/theme2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purl.oclc.org/ooxml/officeDocument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purl.oclc.org/ooxml/officeDocument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purl.oclc.org/ooxml/officeDocument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8b2ae5-9bc5-4935-9bfa-112face5173f" xsi:nil="true"/>
    <lcf76f155ced4ddcb4097134ff3c332f xmlns="514a4c4d-b5b8-4628-9a2d-6541241901c3">
      <Terms xmlns="http://schemas.microsoft.com/office/infopath/2007/PartnerControls"/>
    </lcf76f155ced4ddcb4097134ff3c332f>
    <SharedWithUsers xmlns="378b2ae5-9bc5-4935-9bfa-112face5173f">
      <UserInfo>
        <DisplayName>Jan Van Hees</DisplayName>
        <AccountId>64</AccountId>
        <AccountType/>
      </UserInfo>
      <UserInfo>
        <DisplayName>Gustavo Lopez</DisplayName>
        <AccountId>53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BB663B2FFAE94296794FDA5F02D361" ma:contentTypeVersion="19" ma:contentTypeDescription="Create a new document." ma:contentTypeScope="" ma:versionID="1afedf8c8b91dbb49ddd45652ccb234e">
  <xsd:schema xmlns:xsd="http://www.w3.org/2001/XMLSchema" xmlns:xs="http://www.w3.org/2001/XMLSchema" xmlns:p="http://schemas.microsoft.com/office/2006/metadata/properties" xmlns:ns2="514a4c4d-b5b8-4628-9a2d-6541241901c3" xmlns:ns3="378b2ae5-9bc5-4935-9bfa-112face5173f" targetNamespace="http://schemas.microsoft.com/office/2006/metadata/properties" ma:root="true" ma:fieldsID="86a1befefd225974133f7737cadbd139" ns2:_="" ns3:_="">
    <xsd:import namespace="514a4c4d-b5b8-4628-9a2d-6541241901c3"/>
    <xsd:import namespace="378b2ae5-9bc5-4935-9bfa-112face517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4a4c4d-b5b8-4628-9a2d-6541241901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8cbc43-4932-4b9d-9535-f46700d055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b2ae5-9bc5-4935-9bfa-112face517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cefd4c-1765-4ede-9d44-54f75d6b66b5}" ma:internalName="TaxCatchAll" ma:showField="CatchAllData" ma:web="378b2ae5-9bc5-4935-9bfa-112face517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purl.oclc.org/ooxml/officeDocument/customXml" ds:itemID="{9F66B594-86E4-494E-A248-FE71313A2624}">
  <ds:schemaRefs>
    <ds:schemaRef ds:uri="http://schemas.microsoft.com/sharepoint/v3/contenttype/forms"/>
  </ds:schemaRefs>
</ds:datastoreItem>
</file>

<file path=customXml/itemProps2.xml><?xml version="1.0" encoding="utf-8"?>
<ds:datastoreItem xmlns:ds="http://purl.oclc.org/ooxml/officeDocument/customXml" ds:itemID="{62CB873E-EF78-49BB-AF94-4108E3FE1383}">
  <ds:schemaRefs>
    <ds:schemaRef ds:uri="514a4c4d-b5b8-4628-9a2d-6541241901c3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378b2ae5-9bc5-4935-9bfa-112face5173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purl.oclc.org/ooxml/officeDocument/customXml" ds:itemID="{58FD3A0F-C5DE-416D-A4CA-97DD5341A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4a4c4d-b5b8-4628-9a2d-6541241901c3"/>
    <ds:schemaRef ds:uri="378b2ae5-9bc5-4935-9bfa-112face517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purl.oclc.org/ooxml/officeDocument/extendedProperties" xmlns:vt="http://purl.oclc.org/ooxml/officeDocument/docPropsVTypes">
  <Template>Septentrio PowerPoint Template Empty April 2025</Template>
  <TotalTime>4244</TotalTime>
  <Words>359</Words>
  <Application>Microsoft Office PowerPoint</Application>
  <PresentationFormat>Widescreen</PresentationFormat>
  <Paragraphs>96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Mona Sans VF</vt:lpstr>
      <vt:lpstr>Open Sans</vt:lpstr>
      <vt:lpstr>Open Sans Semibold</vt:lpstr>
      <vt:lpstr>OpenSans</vt:lpstr>
      <vt:lpstr>1_Septentrio_PPT_43 (1)</vt:lpstr>
      <vt:lpstr>PowerPoint Presentation</vt:lpstr>
      <vt:lpstr>MosaicG5 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Théophile Raimbault</dc:creator>
  <cp:keywords>Internal use</cp:keywords>
  <cp:lastModifiedBy>Gustavo Lopez</cp:lastModifiedBy>
  <cp:revision>7</cp:revision>
  <dcterms:created xsi:type="dcterms:W3CDTF">2026-06-09T15:31:02Z</dcterms:created>
  <dcterms:modified xsi:type="dcterms:W3CDTF">2026-06-26T14:38:58Z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ContentTypeId">
    <vt:lpwstr>0x010100A1BB663B2FFAE94296794FDA5F02D361</vt:lpwstr>
  </property>
  <property fmtid="{D5CDD505-2E9C-101B-9397-08002B2CF9AE}" pid="3" name="MediaServiceImageTags">
    <vt:lpwstr/>
  </property>
</Properties>
</file>