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256" r:id="rId5"/>
    <p:sldId id="297" r:id="rId6"/>
    <p:sldId id="2147480867" r:id="rId7"/>
    <p:sldId id="2147480837" r:id="rId8"/>
  </p:sldIdLst>
  <p:sldSz cx="12192000" cy="6858000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115054-CC15-E803-FDBE-E07B240D7A2D}" name="Bas Broothaerts" initials="BB" userId="S::bas.broothaerts@septentrio.com::e1e17564-fdd1-4161-9a43-6339e4a4ee9a" providerId="AD"/>
  <p188:author id="{D60D6482-BB39-2523-0680-49F2164E62A8}" name="Jan Van Hees" initials="JVH" userId="S::jan.vanhees@septentrio.com::d8a9831e-d49a-4bd4-811f-5b07373a715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B3B8BC"/>
    <a:srgbClr val="FD9D41"/>
    <a:srgbClr val="FEAD60"/>
    <a:srgbClr val="4C9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E1357-B104-42FB-BDE1-6DF56EBFE682}" v="22" dt="2026-07-27T12:43:06.073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Stijl, thema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Stijl, gemiddeld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jl, licht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jl, licht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ijl, licht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Stijl, donker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Stijl, licht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ijl, licht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ijl, gemiddeld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46F890A9-2807-4EBB-B81D-B2AA78EC7F39}" styleName="Stijl, donker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ijl, donker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ijl, donker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Stijl, gemiddeld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Stijl, gemiddeld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Stijl, donker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ijl, donker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ijl, donker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ijl, donker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ijl, donker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etitia Kazingufu Furaha" userId="133e8654-ef86-4a92-99d4-ab5e0e35f97a" providerId="ADAL" clId="{7A52EE26-1A2E-4B45-AB92-A3B2719E3F79}"/>
    <pc:docChg chg="undo custSel addSld delSld modSld sldOrd">
      <pc:chgData name="Laetitia Kazingufu Furaha" userId="133e8654-ef86-4a92-99d4-ab5e0e35f97a" providerId="ADAL" clId="{7A52EE26-1A2E-4B45-AB92-A3B2719E3F79}" dt="2026-07-10T14:21:20.502" v="794" actId="1035"/>
      <pc:docMkLst>
        <pc:docMk/>
      </pc:docMkLst>
    </pc:docChg>
  </pc:docChgLst>
  <pc:docChgLst>
    <pc:chgData name="Ali Adham" userId="a952c9d8-949d-442e-89f7-69dc91b21a84" providerId="ADAL" clId="{BD524641-5829-431B-8B10-4C98A2DAB927}"/>
    <pc:docChg chg="undo custSel addSld delSld modSld sldOrd">
      <pc:chgData name="Ali Adham" userId="a952c9d8-949d-442e-89f7-69dc91b21a84" providerId="ADAL" clId="{BD524641-5829-431B-8B10-4C98A2DAB927}" dt="2026-07-24T14:03:24.409" v="493"/>
      <pc:docMkLst>
        <pc:docMk/>
      </pc:docMkLst>
      <pc:sldChg chg="add ord modNotesTx">
        <pc:chgData name="Ali Adham" userId="a952c9d8-949d-442e-89f7-69dc91b21a84" providerId="ADAL" clId="{BD524641-5829-431B-8B10-4C98A2DAB927}" dt="2026-07-24T14:03:24.409" v="493"/>
        <pc:sldMkLst>
          <pc:docMk/>
          <pc:sldMk cId="1093903141" sldId="284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2187395898" sldId="288"/>
        </pc:sldMkLst>
      </pc:sldChg>
      <pc:sldChg chg="add setBg">
        <pc:chgData name="Ali Adham" userId="a952c9d8-949d-442e-89f7-69dc91b21a84" providerId="ADAL" clId="{BD524641-5829-431B-8B10-4C98A2DAB927}" dt="2026-07-24T13:50:55.893" v="398"/>
        <pc:sldMkLst>
          <pc:docMk/>
          <pc:sldMk cId="2596143578" sldId="289"/>
        </pc:sldMkLst>
      </pc:sldChg>
      <pc:sldChg chg="add setBg">
        <pc:chgData name="Ali Adham" userId="a952c9d8-949d-442e-89f7-69dc91b21a84" providerId="ADAL" clId="{BD524641-5829-431B-8B10-4C98A2DAB927}" dt="2026-07-24T13:50:55.893" v="398"/>
        <pc:sldMkLst>
          <pc:docMk/>
          <pc:sldMk cId="2716774558" sldId="304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679276585" sldId="305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3766622890" sldId="306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4075093662" sldId="307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1201145039" sldId="308"/>
        </pc:sldMkLst>
      </pc:sldChg>
      <pc:sldChg chg="modSp add mod">
        <pc:chgData name="Ali Adham" userId="a952c9d8-949d-442e-89f7-69dc91b21a84" providerId="ADAL" clId="{BD524641-5829-431B-8B10-4C98A2DAB927}" dt="2026-07-24T14:02:35.928" v="491" actId="14100"/>
        <pc:sldMkLst>
          <pc:docMk/>
          <pc:sldMk cId="12981733" sldId="309"/>
        </pc:sldMkLst>
        <pc:grpChg chg="mod">
          <ac:chgData name="Ali Adham" userId="a952c9d8-949d-442e-89f7-69dc91b21a84" providerId="ADAL" clId="{BD524641-5829-431B-8B10-4C98A2DAB927}" dt="2026-07-24T14:02:35.928" v="491" actId="14100"/>
          <ac:grpSpMkLst>
            <pc:docMk/>
            <pc:sldMk cId="12981733" sldId="309"/>
            <ac:grpSpMk id="20" creationId="{D2A97BB6-2B2E-FD69-4DD2-E32FCAAF3BF6}"/>
          </ac:grpSpMkLst>
        </pc:grpChg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3162126523" sldId="310"/>
        </pc:sldMkLst>
      </pc:sldChg>
      <pc:sldChg chg="add">
        <pc:chgData name="Ali Adham" userId="a952c9d8-949d-442e-89f7-69dc91b21a84" providerId="ADAL" clId="{BD524641-5829-431B-8B10-4C98A2DAB927}" dt="2026-07-24T13:50:55.893" v="398"/>
        <pc:sldMkLst>
          <pc:docMk/>
          <pc:sldMk cId="2567362117" sldId="311"/>
        </pc:sldMkLst>
      </pc:sldChg>
    </pc:docChg>
  </pc:docChgLst>
  <pc:docChgLst>
    <pc:chgData name="Mariam Akhalaia" userId="72b287ac-40ea-426f-8696-21a3d136bf82" providerId="ADAL" clId="{8207908F-23F7-47C5-A271-B2350BEFDD9D}"/>
    <pc:docChg chg="undo custSel addSld delSld modSld sldOrd">
      <pc:chgData name="Mariam Akhalaia" userId="72b287ac-40ea-426f-8696-21a3d136bf82" providerId="ADAL" clId="{8207908F-23F7-47C5-A271-B2350BEFDD9D}" dt="2026-07-24T13:45:29.358" v="1474" actId="14100"/>
      <pc:docMkLst>
        <pc:docMk/>
      </pc:docMkLst>
      <pc:sldChg chg="modSp mod">
        <pc:chgData name="Mariam Akhalaia" userId="72b287ac-40ea-426f-8696-21a3d136bf82" providerId="ADAL" clId="{8207908F-23F7-47C5-A271-B2350BEFDD9D}" dt="2026-07-10T13:54:26.914" v="743" actId="790"/>
        <pc:sldMkLst>
          <pc:docMk/>
          <pc:sldMk cId="3424080193" sldId="256"/>
        </pc:sldMkLst>
        <pc:spChg chg="mod">
          <ac:chgData name="Mariam Akhalaia" userId="72b287ac-40ea-426f-8696-21a3d136bf82" providerId="ADAL" clId="{8207908F-23F7-47C5-A271-B2350BEFDD9D}" dt="2026-07-10T13:54:26.914" v="743" actId="790"/>
          <ac:spMkLst>
            <pc:docMk/>
            <pc:sldMk cId="3424080193" sldId="256"/>
            <ac:spMk id="2" creationId="{00000000-0000-0000-0000-000000000000}"/>
          </ac:spMkLst>
        </pc:spChg>
        <pc:spChg chg="mod">
          <ac:chgData name="Mariam Akhalaia" userId="72b287ac-40ea-426f-8696-21a3d136bf82" providerId="ADAL" clId="{8207908F-23F7-47C5-A271-B2350BEFDD9D}" dt="2026-07-10T13:54:26.914" v="743" actId="790"/>
          <ac:spMkLst>
            <pc:docMk/>
            <pc:sldMk cId="3424080193" sldId="256"/>
            <ac:spMk id="4" creationId="{00000000-0000-0000-0000-000000000000}"/>
          </ac:spMkLst>
        </pc:spChg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1985071467" sldId="260"/>
        </pc:sldMkLst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2063088765" sldId="265"/>
        </pc:sldMkLst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2935745763" sldId="272"/>
        </pc:sldMkLst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1700958679" sldId="273"/>
        </pc:sldMkLst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2404314278" sldId="274"/>
        </pc:sldMkLst>
      </pc:sldChg>
      <pc:sldChg chg="add">
        <pc:chgData name="Mariam Akhalaia" userId="72b287ac-40ea-426f-8696-21a3d136bf82" providerId="ADAL" clId="{8207908F-23F7-47C5-A271-B2350BEFDD9D}" dt="2026-07-24T12:40:32.322" v="765"/>
        <pc:sldMkLst>
          <pc:docMk/>
          <pc:sldMk cId="2396536541" sldId="275"/>
        </pc:sldMkLst>
      </pc:sldChg>
      <pc:sldChg chg="modSp mod">
        <pc:chgData name="Mariam Akhalaia" userId="72b287ac-40ea-426f-8696-21a3d136bf82" providerId="ADAL" clId="{8207908F-23F7-47C5-A271-B2350BEFDD9D}" dt="2026-07-10T13:54:26.914" v="743" actId="790"/>
        <pc:sldMkLst>
          <pc:docMk/>
          <pc:sldMk cId="3889363294" sldId="290"/>
        </pc:sldMkLst>
        <pc:spChg chg="mod">
          <ac:chgData name="Mariam Akhalaia" userId="72b287ac-40ea-426f-8696-21a3d136bf82" providerId="ADAL" clId="{8207908F-23F7-47C5-A271-B2350BEFDD9D}" dt="2026-07-10T13:54:26.914" v="743" actId="790"/>
          <ac:spMkLst>
            <pc:docMk/>
            <pc:sldMk cId="3889363294" sldId="290"/>
            <ac:spMk id="12" creationId="{8F1CABDD-67CB-ABE4-F189-4BC7070B60B3}"/>
          </ac:spMkLst>
        </pc:spChg>
      </pc:sldChg>
      <pc:sldChg chg="modSp add mod">
        <pc:chgData name="Mariam Akhalaia" userId="72b287ac-40ea-426f-8696-21a3d136bf82" providerId="ADAL" clId="{8207908F-23F7-47C5-A271-B2350BEFDD9D}" dt="2026-07-24T13:28:36.334" v="780" actId="20577"/>
        <pc:sldMkLst>
          <pc:docMk/>
          <pc:sldMk cId="379654169" sldId="2147480837"/>
        </pc:sldMkLst>
        <pc:spChg chg="mod">
          <ac:chgData name="Mariam Akhalaia" userId="72b287ac-40ea-426f-8696-21a3d136bf82" providerId="ADAL" clId="{8207908F-23F7-47C5-A271-B2350BEFDD9D}" dt="2026-07-24T13:28:15.983" v="774" actId="20577"/>
          <ac:spMkLst>
            <pc:docMk/>
            <pc:sldMk cId="379654169" sldId="2147480837"/>
            <ac:spMk id="2" creationId="{BFFC713B-3D7E-FF3F-0317-D95019A134E1}"/>
          </ac:spMkLst>
        </pc:spChg>
        <pc:graphicFrameChg chg="modGraphic">
          <ac:chgData name="Mariam Akhalaia" userId="72b287ac-40ea-426f-8696-21a3d136bf82" providerId="ADAL" clId="{8207908F-23F7-47C5-A271-B2350BEFDD9D}" dt="2026-07-24T13:28:36.334" v="780" actId="20577"/>
          <ac:graphicFrameMkLst>
            <pc:docMk/>
            <pc:sldMk cId="379654169" sldId="2147480837"/>
            <ac:graphicFrameMk id="6" creationId="{67E0E0F0-D36B-41AE-A41B-14F4A86E3FD1}"/>
          </ac:graphicFrameMkLst>
        </pc:graphicFrameChg>
      </pc:sldChg>
      <pc:sldChg chg="addSp delSp modSp new mod ord">
        <pc:chgData name="Mariam Akhalaia" userId="72b287ac-40ea-426f-8696-21a3d136bf82" providerId="ADAL" clId="{8207908F-23F7-47C5-A271-B2350BEFDD9D}" dt="2026-07-24T13:45:29.358" v="1474" actId="14100"/>
        <pc:sldMkLst>
          <pc:docMk/>
          <pc:sldMk cId="3419342450" sldId="2147480865"/>
        </pc:sldMkLst>
        <pc:spChg chg="mod">
          <ac:chgData name="Mariam Akhalaia" userId="72b287ac-40ea-426f-8696-21a3d136bf82" providerId="ADAL" clId="{8207908F-23F7-47C5-A271-B2350BEFDD9D}" dt="2026-07-24T13:32:56.513" v="821" actId="242"/>
          <ac:spMkLst>
            <pc:docMk/>
            <pc:sldMk cId="3419342450" sldId="2147480865"/>
            <ac:spMk id="2" creationId="{2132114C-95F1-C460-5784-6BE9DC54A1A5}"/>
          </ac:spMkLst>
        </pc:spChg>
        <pc:graphicFrameChg chg="add mod modGraphic">
          <ac:chgData name="Mariam Akhalaia" userId="72b287ac-40ea-426f-8696-21a3d136bf82" providerId="ADAL" clId="{8207908F-23F7-47C5-A271-B2350BEFDD9D}" dt="2026-07-24T13:45:29.358" v="1474" actId="14100"/>
          <ac:graphicFrameMkLst>
            <pc:docMk/>
            <pc:sldMk cId="3419342450" sldId="2147480865"/>
            <ac:graphicFrameMk id="5" creationId="{841C4C2F-6838-CBB1-B2CA-D50653E9051D}"/>
          </ac:graphicFrameMkLst>
        </pc:graphicFrameChg>
      </pc:sldChg>
    </pc:docChg>
  </pc:docChgLst>
  <pc:docChgLst>
    <pc:chgData name="Baptiste Gauchard" userId="d83b1ea3-cbf2-4aa0-a61c-98142bbfb5b8" providerId="ADAL" clId="{FD2EAA27-FACE-4085-AB3C-0B5E4C2A77A0}"/>
    <pc:docChg chg="undo redo custSel addSld delSld modSld sldOrd">
      <pc:chgData name="Baptiste Gauchard" userId="d83b1ea3-cbf2-4aa0-a61c-98142bbfb5b8" providerId="ADAL" clId="{FD2EAA27-FACE-4085-AB3C-0B5E4C2A77A0}" dt="2026-07-24T13:46:20.956" v="1700" actId="1038"/>
      <pc:docMkLst>
        <pc:docMk/>
      </pc:docMkLst>
      <pc:sldChg chg="modSp mod">
        <pc:chgData name="Baptiste Gauchard" userId="d83b1ea3-cbf2-4aa0-a61c-98142bbfb5b8" providerId="ADAL" clId="{FD2EAA27-FACE-4085-AB3C-0B5E4C2A77A0}" dt="2026-07-24T13:19:12.743" v="1612" actId="20577"/>
        <pc:sldMkLst>
          <pc:docMk/>
          <pc:sldMk cId="3424080193" sldId="256"/>
        </pc:sldMkLst>
        <pc:spChg chg="mod">
          <ac:chgData name="Baptiste Gauchard" userId="d83b1ea3-cbf2-4aa0-a61c-98142bbfb5b8" providerId="ADAL" clId="{FD2EAA27-FACE-4085-AB3C-0B5E4C2A77A0}" dt="2026-07-24T13:19:12.743" v="1612" actId="20577"/>
          <ac:spMkLst>
            <pc:docMk/>
            <pc:sldMk cId="3424080193" sldId="256"/>
            <ac:spMk id="2" creationId="{00000000-0000-0000-0000-000000000000}"/>
          </ac:spMkLst>
        </pc:spChg>
      </pc:sldChg>
    </pc:docChg>
  </pc:docChgLst>
  <pc:docChgLst>
    <pc:chgData name="Théophile Raimbault" userId="046ba1cf-2c1d-4809-a7e7-316b8cb955e9" providerId="ADAL" clId="{20AFCF30-B93C-4EC9-9EF4-C788B862CA11}"/>
    <pc:docChg chg="undo redo custSel addSld delSld modSld sldOrd">
      <pc:chgData name="Théophile Raimbault" userId="046ba1cf-2c1d-4809-a7e7-316b8cb955e9" providerId="ADAL" clId="{20AFCF30-B93C-4EC9-9EF4-C788B862CA11}" dt="2026-07-27T12:43:06.073" v="6240" actId="20577"/>
      <pc:docMkLst>
        <pc:docMk/>
      </pc:docMkLst>
      <pc:sldChg chg="modSp mod">
        <pc:chgData name="Théophile Raimbault" userId="046ba1cf-2c1d-4809-a7e7-316b8cb955e9" providerId="ADAL" clId="{20AFCF30-B93C-4EC9-9EF4-C788B862CA11}" dt="2026-07-27T12:39:56.602" v="6230" actId="207"/>
        <pc:sldMkLst>
          <pc:docMk/>
          <pc:sldMk cId="3424080193" sldId="256"/>
        </pc:sldMkLst>
        <pc:spChg chg="mod">
          <ac:chgData name="Théophile Raimbault" userId="046ba1cf-2c1d-4809-a7e7-316b8cb955e9" providerId="ADAL" clId="{20AFCF30-B93C-4EC9-9EF4-C788B862CA11}" dt="2026-07-27T12:39:56.602" v="6230" actId="207"/>
          <ac:spMkLst>
            <pc:docMk/>
            <pc:sldMk cId="3424080193" sldId="256"/>
            <ac:spMk id="2" creationId="{00000000-0000-0000-0000-000000000000}"/>
          </ac:spMkLst>
        </pc:spChg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1985071467" sldId="260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063088765" sldId="265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935745763" sldId="272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1700958679" sldId="273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404314278" sldId="274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396536541" sldId="275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1093903141" sldId="284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187395898" sldId="288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596143578" sldId="289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3889363294" sldId="290"/>
        </pc:sldMkLst>
      </pc:sldChg>
      <pc:sldChg chg="addSp delSp modSp add del mod">
        <pc:chgData name="Théophile Raimbault" userId="046ba1cf-2c1d-4809-a7e7-316b8cb955e9" providerId="ADAL" clId="{20AFCF30-B93C-4EC9-9EF4-C788B862CA11}" dt="2026-07-27T12:36:09.670" v="6134" actId="14100"/>
        <pc:sldMkLst>
          <pc:docMk/>
          <pc:sldMk cId="3571383402" sldId="297"/>
        </pc:sldMkLst>
        <pc:spChg chg="add mod">
          <ac:chgData name="Théophile Raimbault" userId="046ba1cf-2c1d-4809-a7e7-316b8cb955e9" providerId="ADAL" clId="{20AFCF30-B93C-4EC9-9EF4-C788B862CA11}" dt="2026-07-27T12:01:05.602" v="5929" actId="1076"/>
          <ac:spMkLst>
            <pc:docMk/>
            <pc:sldMk cId="3571383402" sldId="297"/>
            <ac:spMk id="4" creationId="{BAAA9690-A8A4-D13A-E3AF-C5314E0EA4B5}"/>
          </ac:spMkLst>
        </pc:spChg>
        <pc:spChg chg="add del mod">
          <ac:chgData name="Théophile Raimbault" userId="046ba1cf-2c1d-4809-a7e7-316b8cb955e9" providerId="ADAL" clId="{20AFCF30-B93C-4EC9-9EF4-C788B862CA11}" dt="2026-07-27T11:54:50.169" v="5861" actId="478"/>
          <ac:spMkLst>
            <pc:docMk/>
            <pc:sldMk cId="3571383402" sldId="297"/>
            <ac:spMk id="11" creationId="{A2A7E6EB-152B-E5B8-C4A5-B43066E40598}"/>
          </ac:spMkLst>
        </pc:spChg>
        <pc:spChg chg="add del mod">
          <ac:chgData name="Théophile Raimbault" userId="046ba1cf-2c1d-4809-a7e7-316b8cb955e9" providerId="ADAL" clId="{20AFCF30-B93C-4EC9-9EF4-C788B862CA11}" dt="2026-07-27T12:01:05.602" v="5929" actId="1076"/>
          <ac:spMkLst>
            <pc:docMk/>
            <pc:sldMk cId="3571383402" sldId="297"/>
            <ac:spMk id="12" creationId="{1D1B6247-1C29-60B6-3944-D6A67126A4CE}"/>
          </ac:spMkLst>
        </pc:spChg>
        <pc:spChg chg="add mod">
          <ac:chgData name="Théophile Raimbault" userId="046ba1cf-2c1d-4809-a7e7-316b8cb955e9" providerId="ADAL" clId="{20AFCF30-B93C-4EC9-9EF4-C788B862CA11}" dt="2026-07-27T12:01:05.602" v="5929" actId="1076"/>
          <ac:spMkLst>
            <pc:docMk/>
            <pc:sldMk cId="3571383402" sldId="297"/>
            <ac:spMk id="21" creationId="{6174F9DA-79B4-C9BD-28BA-99F31ED4E551}"/>
          </ac:spMkLst>
        </pc:spChg>
        <pc:spChg chg="del">
          <ac:chgData name="Théophile Raimbault" userId="046ba1cf-2c1d-4809-a7e7-316b8cb955e9" providerId="ADAL" clId="{20AFCF30-B93C-4EC9-9EF4-C788B862CA11}" dt="2026-07-27T11:53:45.253" v="5807" actId="478"/>
          <ac:spMkLst>
            <pc:docMk/>
            <pc:sldMk cId="3571383402" sldId="297"/>
            <ac:spMk id="23" creationId="{819F092C-F6F6-6F32-D21B-E6C6B2E614F1}"/>
          </ac:spMkLst>
        </pc:spChg>
        <pc:spChg chg="del">
          <ac:chgData name="Théophile Raimbault" userId="046ba1cf-2c1d-4809-a7e7-316b8cb955e9" providerId="ADAL" clId="{20AFCF30-B93C-4EC9-9EF4-C788B862CA11}" dt="2026-07-27T11:53:45.253" v="5807" actId="478"/>
          <ac:spMkLst>
            <pc:docMk/>
            <pc:sldMk cId="3571383402" sldId="297"/>
            <ac:spMk id="25" creationId="{9D994DDC-9D4F-1B5F-E69F-413AEB2DB390}"/>
          </ac:spMkLst>
        </pc:spChg>
        <pc:spChg chg="del mod">
          <ac:chgData name="Théophile Raimbault" userId="046ba1cf-2c1d-4809-a7e7-316b8cb955e9" providerId="ADAL" clId="{20AFCF30-B93C-4EC9-9EF4-C788B862CA11}" dt="2026-07-27T11:53:49.579" v="5808" actId="478"/>
          <ac:spMkLst>
            <pc:docMk/>
            <pc:sldMk cId="3571383402" sldId="297"/>
            <ac:spMk id="30" creationId="{4DF2886C-DD7A-37FE-0197-82AF7927880D}"/>
          </ac:spMkLst>
        </pc:spChg>
        <pc:spChg chg="add mod">
          <ac:chgData name="Théophile Raimbault" userId="046ba1cf-2c1d-4809-a7e7-316b8cb955e9" providerId="ADAL" clId="{20AFCF30-B93C-4EC9-9EF4-C788B862CA11}" dt="2026-07-27T12:34:18.999" v="6094" actId="693"/>
          <ac:spMkLst>
            <pc:docMk/>
            <pc:sldMk cId="3571383402" sldId="297"/>
            <ac:spMk id="35" creationId="{99D87564-B929-6E7C-02D4-CA779592713B}"/>
          </ac:spMkLst>
        </pc:spChg>
        <pc:spChg chg="del">
          <ac:chgData name="Théophile Raimbault" userId="046ba1cf-2c1d-4809-a7e7-316b8cb955e9" providerId="ADAL" clId="{20AFCF30-B93C-4EC9-9EF4-C788B862CA11}" dt="2026-07-27T11:53:53.292" v="5810" actId="478"/>
          <ac:spMkLst>
            <pc:docMk/>
            <pc:sldMk cId="3571383402" sldId="297"/>
            <ac:spMk id="36" creationId="{7F7CA27F-4127-E501-B0D4-EA2B35BA4F5F}"/>
          </ac:spMkLst>
        </pc:spChg>
        <pc:spChg chg="del">
          <ac:chgData name="Théophile Raimbault" userId="046ba1cf-2c1d-4809-a7e7-316b8cb955e9" providerId="ADAL" clId="{20AFCF30-B93C-4EC9-9EF4-C788B862CA11}" dt="2026-07-27T11:53:54.386" v="5811" actId="478"/>
          <ac:spMkLst>
            <pc:docMk/>
            <pc:sldMk cId="3571383402" sldId="297"/>
            <ac:spMk id="37" creationId="{7DBF8BC1-13A1-A7B3-8756-39C38C1654D6}"/>
          </ac:spMkLst>
        </pc:spChg>
        <pc:spChg chg="add mod">
          <ac:chgData name="Théophile Raimbault" userId="046ba1cf-2c1d-4809-a7e7-316b8cb955e9" providerId="ADAL" clId="{20AFCF30-B93C-4EC9-9EF4-C788B862CA11}" dt="2026-07-27T12:35:51.909" v="6133" actId="1076"/>
          <ac:spMkLst>
            <pc:docMk/>
            <pc:sldMk cId="3571383402" sldId="297"/>
            <ac:spMk id="38" creationId="{36C738C4-DE38-B37D-B4D2-792F0E4C07AC}"/>
          </ac:spMkLst>
        </pc:spChg>
        <pc:grpChg chg="add del mod">
          <ac:chgData name="Théophile Raimbault" userId="046ba1cf-2c1d-4809-a7e7-316b8cb955e9" providerId="ADAL" clId="{20AFCF30-B93C-4EC9-9EF4-C788B862CA11}" dt="2026-07-27T11:53:51.552" v="5809" actId="478"/>
          <ac:grpSpMkLst>
            <pc:docMk/>
            <pc:sldMk cId="3571383402" sldId="297"/>
            <ac:grpSpMk id="7" creationId="{F2959A20-17BC-2A3C-6775-CB7B46112F14}"/>
          </ac:grpSpMkLst>
        </pc:grpChg>
        <pc:graphicFrameChg chg="del modGraphic">
          <ac:chgData name="Théophile Raimbault" userId="046ba1cf-2c1d-4809-a7e7-316b8cb955e9" providerId="ADAL" clId="{20AFCF30-B93C-4EC9-9EF4-C788B862CA11}" dt="2026-07-27T11:53:40.108" v="5806" actId="478"/>
          <ac:graphicFrameMkLst>
            <pc:docMk/>
            <pc:sldMk cId="3571383402" sldId="297"/>
            <ac:graphicFrameMk id="2" creationId="{B1E8182B-1B75-5B89-E785-6E385F92E2F5}"/>
          </ac:graphicFrameMkLst>
        </pc:graphicFrame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16" creationId="{E9E3F3DE-C878-4419-063C-412C99CCA83E}"/>
          </ac:picMkLst>
        </pc:pic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17" creationId="{324A312C-C2D8-5C9C-3E32-B7F49C866CD0}"/>
          </ac:picMkLst>
        </pc:pic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18" creationId="{0AFFD3D6-633E-8E6B-8CBE-B37E29A46973}"/>
          </ac:picMkLst>
        </pc:pic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19" creationId="{E708CB00-48EC-96DD-C7CC-E3A712CD7D59}"/>
          </ac:picMkLst>
        </pc:pic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20" creationId="{716F59C8-9053-0A24-F6AF-1EDC5FA2E7BB}"/>
          </ac:picMkLst>
        </pc:picChg>
        <pc:picChg chg="del">
          <ac:chgData name="Théophile Raimbault" userId="046ba1cf-2c1d-4809-a7e7-316b8cb955e9" providerId="ADAL" clId="{20AFCF30-B93C-4EC9-9EF4-C788B862CA11}" dt="2026-07-27T11:53:45.253" v="5807" actId="478"/>
          <ac:picMkLst>
            <pc:docMk/>
            <pc:sldMk cId="3571383402" sldId="297"/>
            <ac:picMk id="22" creationId="{A58D1874-8260-9CE1-5C34-6C4C47DC5FA6}"/>
          </ac:picMkLst>
        </pc:picChg>
        <pc:picChg chg="add mod">
          <ac:chgData name="Théophile Raimbault" userId="046ba1cf-2c1d-4809-a7e7-316b8cb955e9" providerId="ADAL" clId="{20AFCF30-B93C-4EC9-9EF4-C788B862CA11}" dt="2026-07-27T12:35:41.525" v="6131" actId="1076"/>
          <ac:picMkLst>
            <pc:docMk/>
            <pc:sldMk cId="3571383402" sldId="297"/>
            <ac:picMk id="27" creationId="{AB81C989-B51F-6FAF-53DD-7CEE731F231C}"/>
          </ac:picMkLst>
        </pc:picChg>
        <pc:picChg chg="add mod">
          <ac:chgData name="Théophile Raimbault" userId="046ba1cf-2c1d-4809-a7e7-316b8cb955e9" providerId="ADAL" clId="{20AFCF30-B93C-4EC9-9EF4-C788B862CA11}" dt="2026-07-27T12:22:12.820" v="5968" actId="1076"/>
          <ac:picMkLst>
            <pc:docMk/>
            <pc:sldMk cId="3571383402" sldId="297"/>
            <ac:picMk id="28" creationId="{C7627393-91C0-BFDB-0E9F-0DF173B9B060}"/>
          </ac:picMkLst>
        </pc:picChg>
        <pc:picChg chg="add mod">
          <ac:chgData name="Théophile Raimbault" userId="046ba1cf-2c1d-4809-a7e7-316b8cb955e9" providerId="ADAL" clId="{20AFCF30-B93C-4EC9-9EF4-C788B862CA11}" dt="2026-07-27T12:25:48.292" v="5975" actId="14100"/>
          <ac:picMkLst>
            <pc:docMk/>
            <pc:sldMk cId="3571383402" sldId="297"/>
            <ac:picMk id="34" creationId="{72B552DB-F2D1-A320-9822-977F9F9B7A5E}"/>
          </ac:picMkLst>
        </pc:picChg>
        <pc:cxnChg chg="add mod">
          <ac:chgData name="Théophile Raimbault" userId="046ba1cf-2c1d-4809-a7e7-316b8cb955e9" providerId="ADAL" clId="{20AFCF30-B93C-4EC9-9EF4-C788B862CA11}" dt="2026-07-27T12:36:09.670" v="6134" actId="14100"/>
          <ac:cxnSpMkLst>
            <pc:docMk/>
            <pc:sldMk cId="3571383402" sldId="297"/>
            <ac:cxnSpMk id="8" creationId="{6C8F3B64-D3A3-E895-D3D0-F7641CC1184C}"/>
          </ac:cxnSpMkLst>
        </pc:cxnChg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716774558" sldId="304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679276585" sldId="305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3766622890" sldId="306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4075093662" sldId="307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1201145039" sldId="308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12981733" sldId="309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3162126523" sldId="310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567362117" sldId="311"/>
        </pc:sldMkLst>
      </pc:sldChg>
      <pc:sldChg chg="addSp delSp modSp add del mod">
        <pc:chgData name="Théophile Raimbault" userId="046ba1cf-2c1d-4809-a7e7-316b8cb955e9" providerId="ADAL" clId="{20AFCF30-B93C-4EC9-9EF4-C788B862CA11}" dt="2026-07-27T12:40:21.946" v="6231" actId="47"/>
        <pc:sldMkLst>
          <pc:docMk/>
          <pc:sldMk cId="3749884070" sldId="2147480815"/>
        </pc:sldMkLst>
        <pc:spChg chg="mod">
          <ac:chgData name="Théophile Raimbault" userId="046ba1cf-2c1d-4809-a7e7-316b8cb955e9" providerId="ADAL" clId="{20AFCF30-B93C-4EC9-9EF4-C788B862CA11}" dt="2026-07-24T12:50:28.597" v="5226" actId="1076"/>
          <ac:spMkLst>
            <pc:docMk/>
            <pc:sldMk cId="3749884070" sldId="2147480815"/>
            <ac:spMk id="5" creationId="{D66A0ED8-2EF7-D74D-BAA4-5308F1CD4B3A}"/>
          </ac:spMkLst>
        </pc:spChg>
        <pc:spChg chg="mod">
          <ac:chgData name="Théophile Raimbault" userId="046ba1cf-2c1d-4809-a7e7-316b8cb955e9" providerId="ADAL" clId="{20AFCF30-B93C-4EC9-9EF4-C788B862CA11}" dt="2026-07-24T12:50:31.957" v="5227" actId="1076"/>
          <ac:spMkLst>
            <pc:docMk/>
            <pc:sldMk cId="3749884070" sldId="2147480815"/>
            <ac:spMk id="11" creationId="{6BC4FB93-824E-41DC-36B7-4B4281C87F0B}"/>
          </ac:spMkLst>
        </pc:spChg>
        <pc:spChg chg="mod">
          <ac:chgData name="Théophile Raimbault" userId="046ba1cf-2c1d-4809-a7e7-316b8cb955e9" providerId="ADAL" clId="{20AFCF30-B93C-4EC9-9EF4-C788B862CA11}" dt="2026-07-24T12:48:04.774" v="5190" actId="1076"/>
          <ac:spMkLst>
            <pc:docMk/>
            <pc:sldMk cId="3749884070" sldId="2147480815"/>
            <ac:spMk id="14" creationId="{79963E5C-18CE-4AA4-8E21-6EC6D3658E0B}"/>
          </ac:spMkLst>
        </pc:spChg>
        <pc:spChg chg="mod">
          <ac:chgData name="Théophile Raimbault" userId="046ba1cf-2c1d-4809-a7e7-316b8cb955e9" providerId="ADAL" clId="{20AFCF30-B93C-4EC9-9EF4-C788B862CA11}" dt="2026-07-24T12:49:03.690" v="5197" actId="207"/>
          <ac:spMkLst>
            <pc:docMk/>
            <pc:sldMk cId="3749884070" sldId="2147480815"/>
            <ac:spMk id="36" creationId="{52C49BB0-3923-C7DB-1BA1-AE437A73A9FC}"/>
          </ac:spMkLst>
        </pc:spChg>
        <pc:spChg chg="mod">
          <ac:chgData name="Théophile Raimbault" userId="046ba1cf-2c1d-4809-a7e7-316b8cb955e9" providerId="ADAL" clId="{20AFCF30-B93C-4EC9-9EF4-C788B862CA11}" dt="2026-07-24T12:48:58.633" v="5195" actId="14100"/>
          <ac:spMkLst>
            <pc:docMk/>
            <pc:sldMk cId="3749884070" sldId="2147480815"/>
            <ac:spMk id="40" creationId="{312A42FE-2F20-110E-2874-86C944623559}"/>
          </ac:spMkLst>
        </pc:spChg>
        <pc:graphicFrameChg chg="mod modGraphic">
          <ac:chgData name="Théophile Raimbault" userId="046ba1cf-2c1d-4809-a7e7-316b8cb955e9" providerId="ADAL" clId="{20AFCF30-B93C-4EC9-9EF4-C788B862CA11}" dt="2026-07-24T12:50:17.964" v="5224" actId="1076"/>
          <ac:graphicFrameMkLst>
            <pc:docMk/>
            <pc:sldMk cId="3749884070" sldId="2147480815"/>
            <ac:graphicFrameMk id="18" creationId="{F7CA2A46-4E24-5490-FC20-2C63C8AECCB8}"/>
          </ac:graphicFrameMkLst>
        </pc:graphicFrameChg>
        <pc:graphicFrameChg chg="mod modGraphic">
          <ac:chgData name="Théophile Raimbault" userId="046ba1cf-2c1d-4809-a7e7-316b8cb955e9" providerId="ADAL" clId="{20AFCF30-B93C-4EC9-9EF4-C788B862CA11}" dt="2026-07-24T13:24:19.869" v="5772" actId="2165"/>
          <ac:graphicFrameMkLst>
            <pc:docMk/>
            <pc:sldMk cId="3749884070" sldId="2147480815"/>
            <ac:graphicFrameMk id="29" creationId="{BAAD351E-72F0-4537-3FEF-5A0B4E1FE080}"/>
          </ac:graphicFrameMkLst>
        </pc:graphicFrameChg>
      </pc:sldChg>
      <pc:sldChg chg="modSp add del mod modShow">
        <pc:chgData name="Théophile Raimbault" userId="046ba1cf-2c1d-4809-a7e7-316b8cb955e9" providerId="ADAL" clId="{20AFCF30-B93C-4EC9-9EF4-C788B862CA11}" dt="2026-07-27T12:43:06.073" v="6240" actId="20577"/>
        <pc:sldMkLst>
          <pc:docMk/>
          <pc:sldMk cId="379654169" sldId="2147480837"/>
        </pc:sldMkLst>
        <pc:graphicFrameChg chg="modGraphic">
          <ac:chgData name="Théophile Raimbault" userId="046ba1cf-2c1d-4809-a7e7-316b8cb955e9" providerId="ADAL" clId="{20AFCF30-B93C-4EC9-9EF4-C788B862CA11}" dt="2026-07-27T12:43:06.073" v="6240" actId="20577"/>
          <ac:graphicFrameMkLst>
            <pc:docMk/>
            <pc:sldMk cId="379654169" sldId="2147480837"/>
            <ac:graphicFrameMk id="6" creationId="{67E0E0F0-D36B-41AE-A41B-14F4A86E3FD1}"/>
          </ac:graphicFrameMkLst>
        </pc:graphicFrameChg>
      </pc:sldChg>
      <pc:sldChg chg="add 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2281100121" sldId="2147480848"/>
        </pc:sldMkLst>
      </pc:sldChg>
      <pc:sldChg chg="addSp delSp modSp add del mod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852694030" sldId="2147480849"/>
        </pc:sldMkLst>
        <pc:spChg chg="add mod">
          <ac:chgData name="Théophile Raimbault" userId="046ba1cf-2c1d-4809-a7e7-316b8cb955e9" providerId="ADAL" clId="{20AFCF30-B93C-4EC9-9EF4-C788B862CA11}" dt="2026-07-24T13:24:47.700" v="5802" actId="14100"/>
          <ac:spMkLst>
            <pc:docMk/>
            <pc:sldMk cId="2852694030" sldId="2147480849"/>
            <ac:spMk id="6" creationId="{2F617525-8206-5EE6-650F-17F7217DB096}"/>
          </ac:spMkLst>
        </pc:spChg>
        <pc:spChg chg="mod">
          <ac:chgData name="Théophile Raimbault" userId="046ba1cf-2c1d-4809-a7e7-316b8cb955e9" providerId="ADAL" clId="{20AFCF30-B93C-4EC9-9EF4-C788B862CA11}" dt="2026-07-24T12:51:47.440" v="5242" actId="20577"/>
          <ac:spMkLst>
            <pc:docMk/>
            <pc:sldMk cId="2852694030" sldId="2147480849"/>
            <ac:spMk id="14" creationId="{B5E44753-98C4-5D95-6F6B-1D952A839712}"/>
          </ac:spMkLst>
        </pc:spChg>
        <pc:graphicFrameChg chg="mod modGraphic">
          <ac:chgData name="Théophile Raimbault" userId="046ba1cf-2c1d-4809-a7e7-316b8cb955e9" providerId="ADAL" clId="{20AFCF30-B93C-4EC9-9EF4-C788B862CA11}" dt="2026-07-24T13:25:24.377" v="5804" actId="122"/>
          <ac:graphicFrameMkLst>
            <pc:docMk/>
            <pc:sldMk cId="2852694030" sldId="2147480849"/>
            <ac:graphicFrameMk id="18" creationId="{6BB89EE5-696F-B01D-7142-B969B1593F0D}"/>
          </ac:graphicFrameMkLst>
        </pc:graphicFrameChg>
      </pc:sldChg>
      <pc:sldChg chg="addSp delSp modSp add del mod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2921305577" sldId="2147480851"/>
        </pc:sldMkLst>
        <pc:spChg chg="mod">
          <ac:chgData name="Théophile Raimbault" userId="046ba1cf-2c1d-4809-a7e7-316b8cb955e9" providerId="ADAL" clId="{20AFCF30-B93C-4EC9-9EF4-C788B862CA11}" dt="2026-07-24T13:17:45.294" v="5761" actId="1076"/>
          <ac:spMkLst>
            <pc:docMk/>
            <pc:sldMk cId="2921305577" sldId="2147480851"/>
            <ac:spMk id="7" creationId="{B1057253-BE6A-CBB6-CCDB-3ADE86E1352A}"/>
          </ac:spMkLst>
        </pc:spChg>
        <pc:spChg chg="mod">
          <ac:chgData name="Théophile Raimbault" userId="046ba1cf-2c1d-4809-a7e7-316b8cb955e9" providerId="ADAL" clId="{20AFCF30-B93C-4EC9-9EF4-C788B862CA11}" dt="2026-07-24T13:17:00.702" v="5760" actId="1076"/>
          <ac:spMkLst>
            <pc:docMk/>
            <pc:sldMk cId="2921305577" sldId="2147480851"/>
            <ac:spMk id="8" creationId="{893B0DE7-881C-07B9-8490-3037D3B14A6B}"/>
          </ac:spMkLst>
        </pc:spChg>
        <pc:spChg chg="add mod">
          <ac:chgData name="Théophile Raimbault" userId="046ba1cf-2c1d-4809-a7e7-316b8cb955e9" providerId="ADAL" clId="{20AFCF30-B93C-4EC9-9EF4-C788B862CA11}" dt="2026-07-24T13:16:30.431" v="5756"/>
          <ac:spMkLst>
            <pc:docMk/>
            <pc:sldMk cId="2921305577" sldId="2147480851"/>
            <ac:spMk id="28" creationId="{82E922F1-A3DE-A811-E7A4-D36B901BE5AB}"/>
          </ac:spMkLst>
        </pc:spChg>
        <pc:spChg chg="add mod">
          <ac:chgData name="Théophile Raimbault" userId="046ba1cf-2c1d-4809-a7e7-316b8cb955e9" providerId="ADAL" clId="{20AFCF30-B93C-4EC9-9EF4-C788B862CA11}" dt="2026-07-24T13:16:13.709" v="5754" actId="14100"/>
          <ac:spMkLst>
            <pc:docMk/>
            <pc:sldMk cId="2921305577" sldId="2147480851"/>
            <ac:spMk id="29" creationId="{DFA7D737-4CD9-FB91-C80E-FFE8977F86A7}"/>
          </ac:spMkLst>
        </pc:spChg>
        <pc:spChg chg="add mod">
          <ac:chgData name="Théophile Raimbault" userId="046ba1cf-2c1d-4809-a7e7-316b8cb955e9" providerId="ADAL" clId="{20AFCF30-B93C-4EC9-9EF4-C788B862CA11}" dt="2026-07-24T13:16:36.516" v="5758" actId="1076"/>
          <ac:spMkLst>
            <pc:docMk/>
            <pc:sldMk cId="2921305577" sldId="2147480851"/>
            <ac:spMk id="34" creationId="{9594A9CB-843D-A15F-4D5F-B10982789E42}"/>
          </ac:spMkLst>
        </pc:spChg>
        <pc:picChg chg="mod">
          <ac:chgData name="Théophile Raimbault" userId="046ba1cf-2c1d-4809-a7e7-316b8cb955e9" providerId="ADAL" clId="{20AFCF30-B93C-4EC9-9EF4-C788B862CA11}" dt="2026-07-24T13:13:24.109" v="5730" actId="1076"/>
          <ac:picMkLst>
            <pc:docMk/>
            <pc:sldMk cId="2921305577" sldId="2147480851"/>
            <ac:picMk id="4" creationId="{1F49F325-41DE-20F3-3D63-614DB50DA24E}"/>
          </ac:picMkLst>
        </pc:picChg>
        <pc:picChg chg="mod">
          <ac:chgData name="Théophile Raimbault" userId="046ba1cf-2c1d-4809-a7e7-316b8cb955e9" providerId="ADAL" clId="{20AFCF30-B93C-4EC9-9EF4-C788B862CA11}" dt="2026-07-24T13:17:45.294" v="5761" actId="1076"/>
          <ac:picMkLst>
            <pc:docMk/>
            <pc:sldMk cId="2921305577" sldId="2147480851"/>
            <ac:picMk id="6" creationId="{46C0029D-92DE-21C0-7BB0-FAE4A02191B7}"/>
          </ac:picMkLst>
        </pc:picChg>
        <pc:picChg chg="add mod">
          <ac:chgData name="Théophile Raimbault" userId="046ba1cf-2c1d-4809-a7e7-316b8cb955e9" providerId="ADAL" clId="{20AFCF30-B93C-4EC9-9EF4-C788B862CA11}" dt="2026-07-24T13:11:01.676" v="5524" actId="1076"/>
          <ac:picMkLst>
            <pc:docMk/>
            <pc:sldMk cId="2921305577" sldId="2147480851"/>
            <ac:picMk id="17" creationId="{D1210D6C-E6FB-4667-937E-C549D095F960}"/>
          </ac:picMkLst>
        </pc:picChg>
        <pc:cxnChg chg="add">
          <ac:chgData name="Théophile Raimbault" userId="046ba1cf-2c1d-4809-a7e7-316b8cb955e9" providerId="ADAL" clId="{20AFCF30-B93C-4EC9-9EF4-C788B862CA11}" dt="2026-07-24T13:11:09.084" v="5525" actId="11529"/>
          <ac:cxnSpMkLst>
            <pc:docMk/>
            <pc:sldMk cId="2921305577" sldId="2147480851"/>
            <ac:cxnSpMk id="19" creationId="{DCD516C2-C4D9-D846-00F4-E03E40504DC0}"/>
          </ac:cxnSpMkLst>
        </pc:cxnChg>
        <pc:cxnChg chg="add mod">
          <ac:chgData name="Théophile Raimbault" userId="046ba1cf-2c1d-4809-a7e7-316b8cb955e9" providerId="ADAL" clId="{20AFCF30-B93C-4EC9-9EF4-C788B862CA11}" dt="2026-07-24T13:16:36.516" v="5758" actId="1076"/>
          <ac:cxnSpMkLst>
            <pc:docMk/>
            <pc:sldMk cId="2921305577" sldId="2147480851"/>
            <ac:cxnSpMk id="35" creationId="{02D8A024-D05E-9D5D-6CAA-A7C8173AD00B}"/>
          </ac:cxnSpMkLst>
        </pc:cxnChg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4247526248" sldId="2147480852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861778956" sldId="2147480853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2221176421" sldId="2147480855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3680246540" sldId="2147480857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888114337" sldId="2147480858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4100548086" sldId="2147480860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1997818886" sldId="2147480861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1412066042" sldId="2147480862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875909959" sldId="2147480863"/>
        </pc:sldMkLst>
      </pc:sldChg>
      <pc:sldChg chg="del">
        <pc:chgData name="Théophile Raimbault" userId="046ba1cf-2c1d-4809-a7e7-316b8cb955e9" providerId="ADAL" clId="{20AFCF30-B93C-4EC9-9EF4-C788B862CA11}" dt="2026-07-27T11:53:35.822" v="5805" actId="47"/>
        <pc:sldMkLst>
          <pc:docMk/>
          <pc:sldMk cId="407751855" sldId="2147480864"/>
        </pc:sldMkLst>
      </pc:sldChg>
      <pc:sldChg chg="del">
        <pc:chgData name="Théophile Raimbault" userId="046ba1cf-2c1d-4809-a7e7-316b8cb955e9" providerId="ADAL" clId="{20AFCF30-B93C-4EC9-9EF4-C788B862CA11}" dt="2026-07-27T12:40:27.676" v="6232" actId="47"/>
        <pc:sldMkLst>
          <pc:docMk/>
          <pc:sldMk cId="3419342450" sldId="2147480865"/>
        </pc:sldMkLst>
      </pc:sldChg>
      <pc:sldChg chg="add del">
        <pc:chgData name="Théophile Raimbault" userId="046ba1cf-2c1d-4809-a7e7-316b8cb955e9" providerId="ADAL" clId="{20AFCF30-B93C-4EC9-9EF4-C788B862CA11}" dt="2026-07-27T12:40:21.946" v="6231" actId="47"/>
        <pc:sldMkLst>
          <pc:docMk/>
          <pc:sldMk cId="3761376210" sldId="2147480866"/>
        </pc:sldMkLst>
      </pc:sldChg>
      <pc:sldChg chg="addSp delSp modSp add mod">
        <pc:chgData name="Théophile Raimbault" userId="046ba1cf-2c1d-4809-a7e7-316b8cb955e9" providerId="ADAL" clId="{20AFCF30-B93C-4EC9-9EF4-C788B862CA11}" dt="2026-07-27T12:38:55.897" v="6203" actId="20577"/>
        <pc:sldMkLst>
          <pc:docMk/>
          <pc:sldMk cId="3754758364" sldId="2147480867"/>
        </pc:sldMkLst>
        <pc:spChg chg="add del mod">
          <ac:chgData name="Théophile Raimbault" userId="046ba1cf-2c1d-4809-a7e7-316b8cb955e9" providerId="ADAL" clId="{20AFCF30-B93C-4EC9-9EF4-C788B862CA11}" dt="2026-07-27T12:05:31.373" v="5958" actId="478"/>
          <ac:spMkLst>
            <pc:docMk/>
            <pc:sldMk cId="3754758364" sldId="2147480867"/>
            <ac:spMk id="2" creationId="{739E0B70-F218-0E9C-72B5-BF2B02428228}"/>
          </ac:spMkLst>
        </pc:spChg>
        <pc:spChg chg="mod">
          <ac:chgData name="Théophile Raimbault" userId="046ba1cf-2c1d-4809-a7e7-316b8cb955e9" providerId="ADAL" clId="{20AFCF30-B93C-4EC9-9EF4-C788B862CA11}" dt="2026-07-27T12:04:23.512" v="5954" actId="20577"/>
          <ac:spMkLst>
            <pc:docMk/>
            <pc:sldMk cId="3754758364" sldId="2147480867"/>
            <ac:spMk id="4" creationId="{C0D250C9-EC80-FC85-7DC7-662B57EA08AE}"/>
          </ac:spMkLst>
        </pc:spChg>
        <pc:spChg chg="add mod">
          <ac:chgData name="Théophile Raimbault" userId="046ba1cf-2c1d-4809-a7e7-316b8cb955e9" providerId="ADAL" clId="{20AFCF30-B93C-4EC9-9EF4-C788B862CA11}" dt="2026-07-27T12:38:44.812" v="6200" actId="20577"/>
          <ac:spMkLst>
            <pc:docMk/>
            <pc:sldMk cId="3754758364" sldId="2147480867"/>
            <ac:spMk id="9" creationId="{40F41B44-CF3C-B2C9-3DE5-6A5857E0EA1F}"/>
          </ac:spMkLst>
        </pc:spChg>
        <pc:spChg chg="add mod">
          <ac:chgData name="Théophile Raimbault" userId="046ba1cf-2c1d-4809-a7e7-316b8cb955e9" providerId="ADAL" clId="{20AFCF30-B93C-4EC9-9EF4-C788B862CA11}" dt="2026-07-27T12:38:55.897" v="6203" actId="20577"/>
          <ac:spMkLst>
            <pc:docMk/>
            <pc:sldMk cId="3754758364" sldId="2147480867"/>
            <ac:spMk id="10" creationId="{47E61910-033C-485D-4ED4-4D50F87A1F9B}"/>
          </ac:spMkLst>
        </pc:spChg>
        <pc:picChg chg="add mod">
          <ac:chgData name="Théophile Raimbault" userId="046ba1cf-2c1d-4809-a7e7-316b8cb955e9" providerId="ADAL" clId="{20AFCF30-B93C-4EC9-9EF4-C788B862CA11}" dt="2026-07-27T12:26:37.221" v="5976" actId="1076"/>
          <ac:picMkLst>
            <pc:docMk/>
            <pc:sldMk cId="3754758364" sldId="2147480867"/>
            <ac:picMk id="7" creationId="{0B883AED-6DAB-C7DB-FE98-053AE0686755}"/>
          </ac:picMkLst>
        </pc:picChg>
        <pc:picChg chg="add mod">
          <ac:chgData name="Théophile Raimbault" userId="046ba1cf-2c1d-4809-a7e7-316b8cb955e9" providerId="ADAL" clId="{20AFCF30-B93C-4EC9-9EF4-C788B862CA11}" dt="2026-07-27T12:31:43.025" v="6078" actId="27614"/>
          <ac:picMkLst>
            <pc:docMk/>
            <pc:sldMk cId="3754758364" sldId="2147480867"/>
            <ac:picMk id="11" creationId="{8581CD44-BA54-255D-3898-B7283A33C0EC}"/>
          </ac:picMkLst>
        </pc:picChg>
        <pc:picChg chg="del">
          <ac:chgData name="Théophile Raimbault" userId="046ba1cf-2c1d-4809-a7e7-316b8cb955e9" providerId="ADAL" clId="{20AFCF30-B93C-4EC9-9EF4-C788B862CA11}" dt="2026-07-27T12:04:16.510" v="5945" actId="478"/>
          <ac:picMkLst>
            <pc:docMk/>
            <pc:sldMk cId="3754758364" sldId="2147480867"/>
            <ac:picMk id="27" creationId="{53BAEED7-5D85-21CF-50E2-8A9AF880585B}"/>
          </ac:picMkLst>
        </pc:picChg>
        <pc:picChg chg="del">
          <ac:chgData name="Théophile Raimbault" userId="046ba1cf-2c1d-4809-a7e7-316b8cb955e9" providerId="ADAL" clId="{20AFCF30-B93C-4EC9-9EF4-C788B862CA11}" dt="2026-07-27T12:04:17.236" v="5946" actId="478"/>
          <ac:picMkLst>
            <pc:docMk/>
            <pc:sldMk cId="3754758364" sldId="2147480867"/>
            <ac:picMk id="28" creationId="{B838DD58-1F7A-329F-22B3-7C8312121A82}"/>
          </ac:picMkLst>
        </pc:picChg>
        <pc:cxnChg chg="del">
          <ac:chgData name="Théophile Raimbault" userId="046ba1cf-2c1d-4809-a7e7-316b8cb955e9" providerId="ADAL" clId="{20AFCF30-B93C-4EC9-9EF4-C788B862CA11}" dt="2026-07-27T12:36:14.740" v="6135" actId="478"/>
          <ac:cxnSpMkLst>
            <pc:docMk/>
            <pc:sldMk cId="3754758364" sldId="2147480867"/>
            <ac:cxnSpMk id="8" creationId="{8EB3801C-9B39-B058-6A26-44C23CEE3F48}"/>
          </ac:cxnSpMkLst>
        </pc:cxnChg>
        <pc:cxnChg chg="add mod">
          <ac:chgData name="Théophile Raimbault" userId="046ba1cf-2c1d-4809-a7e7-316b8cb955e9" providerId="ADAL" clId="{20AFCF30-B93C-4EC9-9EF4-C788B862CA11}" dt="2026-07-27T12:36:15.673" v="6136"/>
          <ac:cxnSpMkLst>
            <pc:docMk/>
            <pc:sldMk cId="3754758364" sldId="2147480867"/>
            <ac:cxnSpMk id="13" creationId="{1427EDFD-685D-238D-EE3F-22E70CFBA68A}"/>
          </ac:cxnSpMkLst>
        </pc:cxnChg>
      </pc:sldChg>
      <pc:sldMasterChg chg="delSldLayout">
        <pc:chgData name="Théophile Raimbault" userId="046ba1cf-2c1d-4809-a7e7-316b8cb955e9" providerId="ADAL" clId="{20AFCF30-B93C-4EC9-9EF4-C788B862CA11}" dt="2026-07-10T08:05:31.222" v="3684" actId="47"/>
        <pc:sldMasterMkLst>
          <pc:docMk/>
          <pc:sldMasterMk cId="179218307" sldId="2147483662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015023-139E-4DFE-856C-B85D440E24A2}" type="doc">
      <dgm:prSet loTypeId="urn:microsoft.com/office/officeart/2005/8/layout/h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nl-BE"/>
        </a:p>
      </dgm:t>
    </dgm:pt>
    <dgm:pt modelId="{DDBC908F-46A4-4C50-84FF-9F49347CD91C}">
      <dgm:prSet phldrT="[Text]" phldr="0"/>
      <dgm:spPr/>
      <dgm:t>
        <a:bodyPr/>
        <a:lstStyle/>
        <a:p>
          <a:r>
            <a:rPr lang="en-US" noProof="0"/>
            <a:t>Protocol of choice (UART,USB,etc.)</a:t>
          </a:r>
        </a:p>
      </dgm:t>
    </dgm:pt>
    <dgm:pt modelId="{30FE4423-E96F-44B8-BEF8-64F685EA3E04}" type="parTrans" cxnId="{79FF6529-1DC3-46EE-AB25-113DBAD1D65A}">
      <dgm:prSet/>
      <dgm:spPr/>
      <dgm:t>
        <a:bodyPr/>
        <a:lstStyle/>
        <a:p>
          <a:endParaRPr lang="nl-BE"/>
        </a:p>
      </dgm:t>
    </dgm:pt>
    <dgm:pt modelId="{4267E5AB-7E70-4AD6-848D-D01441357EC8}" type="sibTrans" cxnId="{79FF6529-1DC3-46EE-AB25-113DBAD1D65A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nl-BE"/>
        </a:p>
      </dgm:t>
    </dgm:pt>
    <dgm:pt modelId="{E6D661B5-8534-4714-BA4C-1485A2540FC7}">
      <dgm:prSet phldrT="[Text]" phldr="0"/>
      <dgm:spPr/>
      <dgm:t>
        <a:bodyPr/>
        <a:lstStyle/>
        <a:p>
          <a:r>
            <a:rPr lang="en-US" noProof="0"/>
            <a:t>DroneCAN</a:t>
          </a:r>
        </a:p>
      </dgm:t>
    </dgm:pt>
    <dgm:pt modelId="{3862F092-CDFC-4859-9DFE-E47117E8B651}" type="parTrans" cxnId="{6DD9E550-DC3F-4FB0-8912-EC69F4447D90}">
      <dgm:prSet/>
      <dgm:spPr/>
      <dgm:t>
        <a:bodyPr/>
        <a:lstStyle/>
        <a:p>
          <a:endParaRPr lang="nl-BE"/>
        </a:p>
      </dgm:t>
    </dgm:pt>
    <dgm:pt modelId="{8643B824-3634-4076-9250-2F0023FADC96}" type="sibTrans" cxnId="{6DD9E550-DC3F-4FB0-8912-EC69F4447D9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B050"/>
          </a:solidFill>
        </a:ln>
      </dgm:spPr>
      <dgm:t>
        <a:bodyPr/>
        <a:lstStyle/>
        <a:p>
          <a:endParaRPr lang="nl-BE"/>
        </a:p>
      </dgm:t>
    </dgm:pt>
    <dgm:pt modelId="{FC4D310A-51F5-44D7-95D5-590FA7696D9C}">
      <dgm:prSet phldrT="[Text]" phldr="0"/>
      <dgm:spPr/>
      <dgm:t>
        <a:bodyPr/>
        <a:lstStyle/>
        <a:p>
          <a:r>
            <a:rPr lang="en-US" noProof="0"/>
            <a:t>Connected to all other peripherals</a:t>
          </a:r>
        </a:p>
      </dgm:t>
    </dgm:pt>
    <dgm:pt modelId="{65469821-A7E0-4528-B964-128C75DF2370}" type="parTrans" cxnId="{4FE3F991-8765-4F9C-9569-B756F2405C77}">
      <dgm:prSet/>
      <dgm:spPr/>
      <dgm:t>
        <a:bodyPr/>
        <a:lstStyle/>
        <a:p>
          <a:endParaRPr lang="nl-BE"/>
        </a:p>
      </dgm:t>
    </dgm:pt>
    <dgm:pt modelId="{8FB1C1E4-A8E2-4A38-B09A-B834568CD7DD}" type="sibTrans" cxnId="{4FE3F991-8765-4F9C-9569-B756F2405C77}">
      <dgm:prSet/>
      <dgm:spPr/>
      <dgm:t>
        <a:bodyPr/>
        <a:lstStyle/>
        <a:p>
          <a:endParaRPr lang="nl-BE"/>
        </a:p>
      </dgm:t>
    </dgm:pt>
    <dgm:pt modelId="{A5BC7CE8-4DA2-4B0B-83AA-13CCD54856EB}">
      <dgm:prSet custT="1"/>
      <dgm:spPr/>
      <dgm:t>
        <a:bodyPr/>
        <a:lstStyle/>
        <a:p>
          <a:pPr algn="ctr">
            <a:buNone/>
          </a:pPr>
          <a:r>
            <a:rPr lang="en-US" sz="3200" noProof="0"/>
            <a:t>Peripheral</a:t>
          </a:r>
        </a:p>
      </dgm:t>
    </dgm:pt>
    <dgm:pt modelId="{C5472FA7-B91E-43D0-9DAD-D333E5E7DCAB}" type="parTrans" cxnId="{57C3B86B-F46C-4D12-A084-1077F93B3D39}">
      <dgm:prSet/>
      <dgm:spPr/>
      <dgm:t>
        <a:bodyPr/>
        <a:lstStyle/>
        <a:p>
          <a:endParaRPr lang="nl-BE"/>
        </a:p>
      </dgm:t>
    </dgm:pt>
    <dgm:pt modelId="{DD99CFDF-1FEB-4D57-94DD-67AC5D8FBDBC}" type="sibTrans" cxnId="{57C3B86B-F46C-4D12-A084-1077F93B3D39}">
      <dgm:prSet/>
      <dgm:spPr/>
      <dgm:t>
        <a:bodyPr/>
        <a:lstStyle/>
        <a:p>
          <a:endParaRPr lang="nl-BE"/>
        </a:p>
      </dgm:t>
    </dgm:pt>
    <dgm:pt modelId="{6898AE82-B55A-4F01-AB34-E465808F15A8}">
      <dgm:prSet custT="1"/>
      <dgm:spPr/>
      <dgm:t>
        <a:bodyPr/>
        <a:lstStyle/>
        <a:p>
          <a:pPr algn="ctr">
            <a:buNone/>
          </a:pPr>
          <a:r>
            <a:rPr lang="en-US" sz="3200" noProof="0"/>
            <a:t>MCU running </a:t>
          </a:r>
          <a:r>
            <a:rPr lang="en-US" sz="3200" noProof="0" err="1"/>
            <a:t>AP_Periph</a:t>
          </a:r>
          <a:endParaRPr lang="en-US" sz="3200" noProof="0"/>
        </a:p>
      </dgm:t>
    </dgm:pt>
    <dgm:pt modelId="{5499D1E1-F84C-43B7-B8B3-77F5F5D8CB42}" type="parTrans" cxnId="{4742DFE2-F5C0-4DC9-9245-370D9CFEC6C8}">
      <dgm:prSet/>
      <dgm:spPr/>
      <dgm:t>
        <a:bodyPr/>
        <a:lstStyle/>
        <a:p>
          <a:endParaRPr lang="nl-BE"/>
        </a:p>
      </dgm:t>
    </dgm:pt>
    <dgm:pt modelId="{9FB1E55D-66C7-4A8D-A2BD-F0EB63F694C8}" type="sibTrans" cxnId="{4742DFE2-F5C0-4DC9-9245-370D9CFEC6C8}">
      <dgm:prSet/>
      <dgm:spPr/>
      <dgm:t>
        <a:bodyPr/>
        <a:lstStyle/>
        <a:p>
          <a:endParaRPr lang="nl-BE"/>
        </a:p>
      </dgm:t>
    </dgm:pt>
    <dgm:pt modelId="{A7256223-B72E-4932-90ED-27D862C9FEF0}">
      <dgm:prSet custT="1"/>
      <dgm:spPr/>
      <dgm:t>
        <a:bodyPr anchor="ctr"/>
        <a:lstStyle/>
        <a:p>
          <a:pPr algn="ctr">
            <a:buNone/>
          </a:pPr>
          <a:r>
            <a:rPr lang="en-US" sz="3200" noProof="0"/>
            <a:t>Flight Controller</a:t>
          </a:r>
        </a:p>
      </dgm:t>
    </dgm:pt>
    <dgm:pt modelId="{F22B4603-F24B-4E09-B44E-E089816A12A2}" type="parTrans" cxnId="{EAA36FA1-1269-415E-8577-361669549E7F}">
      <dgm:prSet/>
      <dgm:spPr/>
      <dgm:t>
        <a:bodyPr/>
        <a:lstStyle/>
        <a:p>
          <a:endParaRPr lang="nl-BE"/>
        </a:p>
      </dgm:t>
    </dgm:pt>
    <dgm:pt modelId="{8AD144B6-DEED-44EB-A76B-3040A2263B17}" type="sibTrans" cxnId="{EAA36FA1-1269-415E-8577-361669549E7F}">
      <dgm:prSet/>
      <dgm:spPr/>
      <dgm:t>
        <a:bodyPr/>
        <a:lstStyle/>
        <a:p>
          <a:endParaRPr lang="nl-BE"/>
        </a:p>
      </dgm:t>
    </dgm:pt>
    <dgm:pt modelId="{A5636F8B-D9E1-47B1-AE5B-F3BD7F26606F}">
      <dgm:prSet custT="1"/>
      <dgm:spPr/>
      <dgm:t>
        <a:bodyPr/>
        <a:lstStyle/>
        <a:p>
          <a:pPr algn="ctr">
            <a:buNone/>
          </a:pPr>
          <a:r>
            <a:rPr lang="en-US" sz="3200" noProof="0"/>
            <a:t>such as Mosaic G5</a:t>
          </a:r>
        </a:p>
      </dgm:t>
    </dgm:pt>
    <dgm:pt modelId="{A70962E0-430D-4C02-BFD7-F8F46D6F5B6F}" type="parTrans" cxnId="{DA5CC9A2-737F-465A-AFF6-617F7D543514}">
      <dgm:prSet/>
      <dgm:spPr/>
      <dgm:t>
        <a:bodyPr/>
        <a:lstStyle/>
        <a:p>
          <a:endParaRPr lang="nl-BE"/>
        </a:p>
      </dgm:t>
    </dgm:pt>
    <dgm:pt modelId="{4AF40F44-8F97-4381-83C2-D25610C17AFD}" type="sibTrans" cxnId="{DA5CC9A2-737F-465A-AFF6-617F7D543514}">
      <dgm:prSet/>
      <dgm:spPr/>
      <dgm:t>
        <a:bodyPr/>
        <a:lstStyle/>
        <a:p>
          <a:endParaRPr lang="nl-BE"/>
        </a:p>
      </dgm:t>
    </dgm:pt>
    <dgm:pt modelId="{A42625F0-688A-42D0-8D36-E3C595AA753B}" type="pres">
      <dgm:prSet presAssocID="{52015023-139E-4DFE-856C-B85D440E24A2}" presName="Name0" presStyleCnt="0">
        <dgm:presLayoutVars>
          <dgm:dir/>
          <dgm:animLvl val="lvl"/>
          <dgm:resizeHandles val="exact"/>
        </dgm:presLayoutVars>
      </dgm:prSet>
      <dgm:spPr/>
    </dgm:pt>
    <dgm:pt modelId="{7A85B4FF-EDFB-44D4-B44A-8A8CC1B91A3F}" type="pres">
      <dgm:prSet presAssocID="{52015023-139E-4DFE-856C-B85D440E24A2}" presName="tSp" presStyleCnt="0"/>
      <dgm:spPr/>
    </dgm:pt>
    <dgm:pt modelId="{88BCADB6-C68C-4EC7-B448-8896B14D53B5}" type="pres">
      <dgm:prSet presAssocID="{52015023-139E-4DFE-856C-B85D440E24A2}" presName="bSp" presStyleCnt="0"/>
      <dgm:spPr/>
    </dgm:pt>
    <dgm:pt modelId="{598F77B1-D0C3-4B36-8CAE-6814EEFF2035}" type="pres">
      <dgm:prSet presAssocID="{52015023-139E-4DFE-856C-B85D440E24A2}" presName="process" presStyleCnt="0"/>
      <dgm:spPr/>
    </dgm:pt>
    <dgm:pt modelId="{C773896C-1EC2-406A-B9CC-5F4D43DAE4A0}" type="pres">
      <dgm:prSet presAssocID="{DDBC908F-46A4-4C50-84FF-9F49347CD91C}" presName="composite1" presStyleCnt="0"/>
      <dgm:spPr/>
    </dgm:pt>
    <dgm:pt modelId="{AFD1AE09-32EF-499F-B546-E53BC50E723B}" type="pres">
      <dgm:prSet presAssocID="{DDBC908F-46A4-4C50-84FF-9F49347CD91C}" presName="dummyNode1" presStyleLbl="node1" presStyleIdx="0" presStyleCnt="3"/>
      <dgm:spPr/>
    </dgm:pt>
    <dgm:pt modelId="{6CD95D01-109F-42F5-999C-C37BF24D4483}" type="pres">
      <dgm:prSet presAssocID="{DDBC908F-46A4-4C50-84FF-9F49347CD91C}" presName="childNode1" presStyleLbl="bgAcc1" presStyleIdx="0" presStyleCnt="3">
        <dgm:presLayoutVars>
          <dgm:bulletEnabled val="1"/>
        </dgm:presLayoutVars>
      </dgm:prSet>
      <dgm:spPr/>
    </dgm:pt>
    <dgm:pt modelId="{6CB5A205-1435-4AA6-A078-B85195A3D7CD}" type="pres">
      <dgm:prSet presAssocID="{DDBC908F-46A4-4C50-84FF-9F49347CD91C}" presName="childNode1tx" presStyleLbl="bgAcc1" presStyleIdx="0" presStyleCnt="3">
        <dgm:presLayoutVars>
          <dgm:bulletEnabled val="1"/>
        </dgm:presLayoutVars>
      </dgm:prSet>
      <dgm:spPr/>
    </dgm:pt>
    <dgm:pt modelId="{7E5AB9DB-60E3-4EC5-B3A1-A0C80A893DA5}" type="pres">
      <dgm:prSet presAssocID="{DDBC908F-46A4-4C50-84FF-9F49347CD91C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3BFBCBCE-B04A-4999-AD27-7D0F0611417E}" type="pres">
      <dgm:prSet presAssocID="{DDBC908F-46A4-4C50-84FF-9F49347CD91C}" presName="connSite1" presStyleCnt="0"/>
      <dgm:spPr/>
    </dgm:pt>
    <dgm:pt modelId="{DBA9E8F6-8785-44EA-BD0F-0FB36AA3872F}" type="pres">
      <dgm:prSet presAssocID="{4267E5AB-7E70-4AD6-848D-D01441357EC8}" presName="Name9" presStyleLbl="sibTrans2D1" presStyleIdx="0" presStyleCnt="2"/>
      <dgm:spPr/>
    </dgm:pt>
    <dgm:pt modelId="{9295437B-55DA-4493-AC9D-A1E59202B554}" type="pres">
      <dgm:prSet presAssocID="{E6D661B5-8534-4714-BA4C-1485A2540FC7}" presName="composite2" presStyleCnt="0"/>
      <dgm:spPr/>
    </dgm:pt>
    <dgm:pt modelId="{F81586A4-1575-4070-9D1E-DEE3A20DE9C5}" type="pres">
      <dgm:prSet presAssocID="{E6D661B5-8534-4714-BA4C-1485A2540FC7}" presName="dummyNode2" presStyleLbl="node1" presStyleIdx="0" presStyleCnt="3"/>
      <dgm:spPr/>
    </dgm:pt>
    <dgm:pt modelId="{DF3CBED9-DA80-471B-8F06-6D1FBA8626DB}" type="pres">
      <dgm:prSet presAssocID="{E6D661B5-8534-4714-BA4C-1485A2540FC7}" presName="childNode2" presStyleLbl="bgAcc1" presStyleIdx="1" presStyleCnt="3">
        <dgm:presLayoutVars>
          <dgm:bulletEnabled val="1"/>
        </dgm:presLayoutVars>
      </dgm:prSet>
      <dgm:spPr/>
    </dgm:pt>
    <dgm:pt modelId="{DC71855F-CD20-491B-B839-42C49290A7F3}" type="pres">
      <dgm:prSet presAssocID="{E6D661B5-8534-4714-BA4C-1485A2540FC7}" presName="childNode2tx" presStyleLbl="bgAcc1" presStyleIdx="1" presStyleCnt="3">
        <dgm:presLayoutVars>
          <dgm:bulletEnabled val="1"/>
        </dgm:presLayoutVars>
      </dgm:prSet>
      <dgm:spPr/>
    </dgm:pt>
    <dgm:pt modelId="{593F8734-6997-4A45-840D-C5F4B55CD33D}" type="pres">
      <dgm:prSet presAssocID="{E6D661B5-8534-4714-BA4C-1485A2540FC7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53605DFF-3321-4AF9-80BA-693F72E1EE28}" type="pres">
      <dgm:prSet presAssocID="{E6D661B5-8534-4714-BA4C-1485A2540FC7}" presName="connSite2" presStyleCnt="0"/>
      <dgm:spPr/>
    </dgm:pt>
    <dgm:pt modelId="{D255C659-664B-4F35-B50B-C554667B1C73}" type="pres">
      <dgm:prSet presAssocID="{8643B824-3634-4076-9250-2F0023FADC96}" presName="Name18" presStyleLbl="sibTrans2D1" presStyleIdx="1" presStyleCnt="2"/>
      <dgm:spPr/>
    </dgm:pt>
    <dgm:pt modelId="{5C8E6F94-17C1-47C1-B423-EAD6BA7C005D}" type="pres">
      <dgm:prSet presAssocID="{FC4D310A-51F5-44D7-95D5-590FA7696D9C}" presName="composite1" presStyleCnt="0"/>
      <dgm:spPr/>
    </dgm:pt>
    <dgm:pt modelId="{77FD80FD-EED5-4CCB-80D1-0BC5F4C2223A}" type="pres">
      <dgm:prSet presAssocID="{FC4D310A-51F5-44D7-95D5-590FA7696D9C}" presName="dummyNode1" presStyleLbl="node1" presStyleIdx="1" presStyleCnt="3"/>
      <dgm:spPr/>
    </dgm:pt>
    <dgm:pt modelId="{4A06E25B-9B36-4356-BEC6-EEFDA2CE25D6}" type="pres">
      <dgm:prSet presAssocID="{FC4D310A-51F5-44D7-95D5-590FA7696D9C}" presName="childNode1" presStyleLbl="bgAcc1" presStyleIdx="2" presStyleCnt="3">
        <dgm:presLayoutVars>
          <dgm:bulletEnabled val="1"/>
        </dgm:presLayoutVars>
      </dgm:prSet>
      <dgm:spPr/>
    </dgm:pt>
    <dgm:pt modelId="{380AED74-74DC-4FF9-8D3B-CA82B0DAE94C}" type="pres">
      <dgm:prSet presAssocID="{FC4D310A-51F5-44D7-95D5-590FA7696D9C}" presName="childNode1tx" presStyleLbl="bgAcc1" presStyleIdx="2" presStyleCnt="3">
        <dgm:presLayoutVars>
          <dgm:bulletEnabled val="1"/>
        </dgm:presLayoutVars>
      </dgm:prSet>
      <dgm:spPr/>
    </dgm:pt>
    <dgm:pt modelId="{AA5F12C3-CF5C-4FD9-8DC3-6688EFE0223E}" type="pres">
      <dgm:prSet presAssocID="{FC4D310A-51F5-44D7-95D5-590FA7696D9C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35B8AB09-02BF-4A68-B20E-3BF949E7F58A}" type="pres">
      <dgm:prSet presAssocID="{FC4D310A-51F5-44D7-95D5-590FA7696D9C}" presName="connSite1" presStyleCnt="0"/>
      <dgm:spPr/>
    </dgm:pt>
  </dgm:ptLst>
  <dgm:cxnLst>
    <dgm:cxn modelId="{D7F32F06-2909-4E1D-B232-02E5CE14D7AD}" type="presOf" srcId="{A5BC7CE8-4DA2-4B0B-83AA-13CCD54856EB}" destId="{6CB5A205-1435-4AA6-A078-B85195A3D7CD}" srcOrd="1" destOrd="0" presId="urn:microsoft.com/office/officeart/2005/8/layout/hProcess4"/>
    <dgm:cxn modelId="{BAAA411F-D7D9-4C2C-9911-381B53F4F329}" type="presOf" srcId="{A7256223-B72E-4932-90ED-27D862C9FEF0}" destId="{380AED74-74DC-4FF9-8D3B-CA82B0DAE94C}" srcOrd="1" destOrd="0" presId="urn:microsoft.com/office/officeart/2005/8/layout/hProcess4"/>
    <dgm:cxn modelId="{4A19E720-A159-4CA0-8DD8-644F7957D5B3}" type="presOf" srcId="{DDBC908F-46A4-4C50-84FF-9F49347CD91C}" destId="{7E5AB9DB-60E3-4EC5-B3A1-A0C80A893DA5}" srcOrd="0" destOrd="0" presId="urn:microsoft.com/office/officeart/2005/8/layout/hProcess4"/>
    <dgm:cxn modelId="{83EA9A21-147C-408B-B532-904AF5339CBC}" type="presOf" srcId="{A5636F8B-D9E1-47B1-AE5B-F3BD7F26606F}" destId="{6CD95D01-109F-42F5-999C-C37BF24D4483}" srcOrd="0" destOrd="1" presId="urn:microsoft.com/office/officeart/2005/8/layout/hProcess4"/>
    <dgm:cxn modelId="{79FF6529-1DC3-46EE-AB25-113DBAD1D65A}" srcId="{52015023-139E-4DFE-856C-B85D440E24A2}" destId="{DDBC908F-46A4-4C50-84FF-9F49347CD91C}" srcOrd="0" destOrd="0" parTransId="{30FE4423-E96F-44B8-BEF8-64F685EA3E04}" sibTransId="{4267E5AB-7E70-4AD6-848D-D01441357EC8}"/>
    <dgm:cxn modelId="{9B4DE433-3AFD-4B56-A574-3C0F84F32D8C}" type="presOf" srcId="{A7256223-B72E-4932-90ED-27D862C9FEF0}" destId="{4A06E25B-9B36-4356-BEC6-EEFDA2CE25D6}" srcOrd="0" destOrd="0" presId="urn:microsoft.com/office/officeart/2005/8/layout/hProcess4"/>
    <dgm:cxn modelId="{6E28145C-B498-443D-A548-6545793093C4}" type="presOf" srcId="{FC4D310A-51F5-44D7-95D5-590FA7696D9C}" destId="{AA5F12C3-CF5C-4FD9-8DC3-6688EFE0223E}" srcOrd="0" destOrd="0" presId="urn:microsoft.com/office/officeart/2005/8/layout/hProcess4"/>
    <dgm:cxn modelId="{57C3B86B-F46C-4D12-A084-1077F93B3D39}" srcId="{DDBC908F-46A4-4C50-84FF-9F49347CD91C}" destId="{A5BC7CE8-4DA2-4B0B-83AA-13CCD54856EB}" srcOrd="0" destOrd="0" parTransId="{C5472FA7-B91E-43D0-9DAD-D333E5E7DCAB}" sibTransId="{DD99CFDF-1FEB-4D57-94DD-67AC5D8FBDBC}"/>
    <dgm:cxn modelId="{B4A7C34F-1F14-4EEF-AEC2-16991560BA3F}" type="presOf" srcId="{4267E5AB-7E70-4AD6-848D-D01441357EC8}" destId="{DBA9E8F6-8785-44EA-BD0F-0FB36AA3872F}" srcOrd="0" destOrd="0" presId="urn:microsoft.com/office/officeart/2005/8/layout/hProcess4"/>
    <dgm:cxn modelId="{6DD9E550-DC3F-4FB0-8912-EC69F4447D90}" srcId="{52015023-139E-4DFE-856C-B85D440E24A2}" destId="{E6D661B5-8534-4714-BA4C-1485A2540FC7}" srcOrd="1" destOrd="0" parTransId="{3862F092-CDFC-4859-9DFE-E47117E8B651}" sibTransId="{8643B824-3634-4076-9250-2F0023FADC96}"/>
    <dgm:cxn modelId="{D677265A-CBA8-4E02-B8BB-95C718DF96F6}" type="presOf" srcId="{6898AE82-B55A-4F01-AB34-E465808F15A8}" destId="{DC71855F-CD20-491B-B839-42C49290A7F3}" srcOrd="1" destOrd="0" presId="urn:microsoft.com/office/officeart/2005/8/layout/hProcess4"/>
    <dgm:cxn modelId="{4FE3F991-8765-4F9C-9569-B756F2405C77}" srcId="{52015023-139E-4DFE-856C-B85D440E24A2}" destId="{FC4D310A-51F5-44D7-95D5-590FA7696D9C}" srcOrd="2" destOrd="0" parTransId="{65469821-A7E0-4528-B964-128C75DF2370}" sibTransId="{8FB1C1E4-A8E2-4A38-B09A-B834568CD7DD}"/>
    <dgm:cxn modelId="{CB3A9C96-9C30-46AB-A6DA-AD324854593A}" type="presOf" srcId="{E6D661B5-8534-4714-BA4C-1485A2540FC7}" destId="{593F8734-6997-4A45-840D-C5F4B55CD33D}" srcOrd="0" destOrd="0" presId="urn:microsoft.com/office/officeart/2005/8/layout/hProcess4"/>
    <dgm:cxn modelId="{EAA36FA1-1269-415E-8577-361669549E7F}" srcId="{FC4D310A-51F5-44D7-95D5-590FA7696D9C}" destId="{A7256223-B72E-4932-90ED-27D862C9FEF0}" srcOrd="0" destOrd="0" parTransId="{F22B4603-F24B-4E09-B44E-E089816A12A2}" sibTransId="{8AD144B6-DEED-44EB-A76B-3040A2263B17}"/>
    <dgm:cxn modelId="{DA5CC9A2-737F-465A-AFF6-617F7D543514}" srcId="{DDBC908F-46A4-4C50-84FF-9F49347CD91C}" destId="{A5636F8B-D9E1-47B1-AE5B-F3BD7F26606F}" srcOrd="1" destOrd="0" parTransId="{A70962E0-430D-4C02-BFD7-F8F46D6F5B6F}" sibTransId="{4AF40F44-8F97-4381-83C2-D25610C17AFD}"/>
    <dgm:cxn modelId="{4A8BACAB-7256-4E24-8680-D7A404664BF8}" type="presOf" srcId="{52015023-139E-4DFE-856C-B85D440E24A2}" destId="{A42625F0-688A-42D0-8D36-E3C595AA753B}" srcOrd="0" destOrd="0" presId="urn:microsoft.com/office/officeart/2005/8/layout/hProcess4"/>
    <dgm:cxn modelId="{8B74E6B7-CED7-4EDC-B757-C08977470D0F}" type="presOf" srcId="{A5636F8B-D9E1-47B1-AE5B-F3BD7F26606F}" destId="{6CB5A205-1435-4AA6-A078-B85195A3D7CD}" srcOrd="1" destOrd="1" presId="urn:microsoft.com/office/officeart/2005/8/layout/hProcess4"/>
    <dgm:cxn modelId="{B843FFC0-06E8-46E6-AE03-EAAF4A03D1BD}" type="presOf" srcId="{8643B824-3634-4076-9250-2F0023FADC96}" destId="{D255C659-664B-4F35-B50B-C554667B1C73}" srcOrd="0" destOrd="0" presId="urn:microsoft.com/office/officeart/2005/8/layout/hProcess4"/>
    <dgm:cxn modelId="{9929C8E1-D360-4A63-9FB9-8A1A58407FA8}" type="presOf" srcId="{6898AE82-B55A-4F01-AB34-E465808F15A8}" destId="{DF3CBED9-DA80-471B-8F06-6D1FBA8626DB}" srcOrd="0" destOrd="0" presId="urn:microsoft.com/office/officeart/2005/8/layout/hProcess4"/>
    <dgm:cxn modelId="{4742DFE2-F5C0-4DC9-9245-370D9CFEC6C8}" srcId="{E6D661B5-8534-4714-BA4C-1485A2540FC7}" destId="{6898AE82-B55A-4F01-AB34-E465808F15A8}" srcOrd="0" destOrd="0" parTransId="{5499D1E1-F84C-43B7-B8B3-77F5F5D8CB42}" sibTransId="{9FB1E55D-66C7-4A8D-A2BD-F0EB63F694C8}"/>
    <dgm:cxn modelId="{60656EE3-20FE-4278-8449-CA6AF21514B5}" type="presOf" srcId="{A5BC7CE8-4DA2-4B0B-83AA-13CCD54856EB}" destId="{6CD95D01-109F-42F5-999C-C37BF24D4483}" srcOrd="0" destOrd="0" presId="urn:microsoft.com/office/officeart/2005/8/layout/hProcess4"/>
    <dgm:cxn modelId="{5AB2FD10-24F6-4008-98F3-530248695371}" type="presParOf" srcId="{A42625F0-688A-42D0-8D36-E3C595AA753B}" destId="{7A85B4FF-EDFB-44D4-B44A-8A8CC1B91A3F}" srcOrd="0" destOrd="0" presId="urn:microsoft.com/office/officeart/2005/8/layout/hProcess4"/>
    <dgm:cxn modelId="{3398FB32-C336-4C86-A9CD-CE47A5067AB2}" type="presParOf" srcId="{A42625F0-688A-42D0-8D36-E3C595AA753B}" destId="{88BCADB6-C68C-4EC7-B448-8896B14D53B5}" srcOrd="1" destOrd="0" presId="urn:microsoft.com/office/officeart/2005/8/layout/hProcess4"/>
    <dgm:cxn modelId="{19D9847E-A8E7-4C81-8E1B-FC36D9967ACC}" type="presParOf" srcId="{A42625F0-688A-42D0-8D36-E3C595AA753B}" destId="{598F77B1-D0C3-4B36-8CAE-6814EEFF2035}" srcOrd="2" destOrd="0" presId="urn:microsoft.com/office/officeart/2005/8/layout/hProcess4"/>
    <dgm:cxn modelId="{810EEE79-11EF-46A1-B9E6-AA4671C4F091}" type="presParOf" srcId="{598F77B1-D0C3-4B36-8CAE-6814EEFF2035}" destId="{C773896C-1EC2-406A-B9CC-5F4D43DAE4A0}" srcOrd="0" destOrd="0" presId="urn:microsoft.com/office/officeart/2005/8/layout/hProcess4"/>
    <dgm:cxn modelId="{1FD9067F-3B7E-4C7B-8DB1-10E52D3585BF}" type="presParOf" srcId="{C773896C-1EC2-406A-B9CC-5F4D43DAE4A0}" destId="{AFD1AE09-32EF-499F-B546-E53BC50E723B}" srcOrd="0" destOrd="0" presId="urn:microsoft.com/office/officeart/2005/8/layout/hProcess4"/>
    <dgm:cxn modelId="{5FA7567D-2E1D-42A3-B6E2-1C97A68D3E53}" type="presParOf" srcId="{C773896C-1EC2-406A-B9CC-5F4D43DAE4A0}" destId="{6CD95D01-109F-42F5-999C-C37BF24D4483}" srcOrd="1" destOrd="0" presId="urn:microsoft.com/office/officeart/2005/8/layout/hProcess4"/>
    <dgm:cxn modelId="{BE741E22-03EE-4B83-AFA7-25DD3E10A7B9}" type="presParOf" srcId="{C773896C-1EC2-406A-B9CC-5F4D43DAE4A0}" destId="{6CB5A205-1435-4AA6-A078-B85195A3D7CD}" srcOrd="2" destOrd="0" presId="urn:microsoft.com/office/officeart/2005/8/layout/hProcess4"/>
    <dgm:cxn modelId="{9F7C1B48-FB4A-44CB-B456-11F4EAD5A2BA}" type="presParOf" srcId="{C773896C-1EC2-406A-B9CC-5F4D43DAE4A0}" destId="{7E5AB9DB-60E3-4EC5-B3A1-A0C80A893DA5}" srcOrd="3" destOrd="0" presId="urn:microsoft.com/office/officeart/2005/8/layout/hProcess4"/>
    <dgm:cxn modelId="{26A3A272-5469-4905-93BA-D2276E0CFDF2}" type="presParOf" srcId="{C773896C-1EC2-406A-B9CC-5F4D43DAE4A0}" destId="{3BFBCBCE-B04A-4999-AD27-7D0F0611417E}" srcOrd="4" destOrd="0" presId="urn:microsoft.com/office/officeart/2005/8/layout/hProcess4"/>
    <dgm:cxn modelId="{E09331CB-BF2B-4C6F-B994-17B0A54B7A0C}" type="presParOf" srcId="{598F77B1-D0C3-4B36-8CAE-6814EEFF2035}" destId="{DBA9E8F6-8785-44EA-BD0F-0FB36AA3872F}" srcOrd="1" destOrd="0" presId="urn:microsoft.com/office/officeart/2005/8/layout/hProcess4"/>
    <dgm:cxn modelId="{5F8A6635-2C8E-428F-A0E5-28DD91DE08CE}" type="presParOf" srcId="{598F77B1-D0C3-4B36-8CAE-6814EEFF2035}" destId="{9295437B-55DA-4493-AC9D-A1E59202B554}" srcOrd="2" destOrd="0" presId="urn:microsoft.com/office/officeart/2005/8/layout/hProcess4"/>
    <dgm:cxn modelId="{CBD85404-77C5-4A92-AFED-23D5CCE8BFC1}" type="presParOf" srcId="{9295437B-55DA-4493-AC9D-A1E59202B554}" destId="{F81586A4-1575-4070-9D1E-DEE3A20DE9C5}" srcOrd="0" destOrd="0" presId="urn:microsoft.com/office/officeart/2005/8/layout/hProcess4"/>
    <dgm:cxn modelId="{F5066252-3CC3-405D-AC8C-16A60145D7F9}" type="presParOf" srcId="{9295437B-55DA-4493-AC9D-A1E59202B554}" destId="{DF3CBED9-DA80-471B-8F06-6D1FBA8626DB}" srcOrd="1" destOrd="0" presId="urn:microsoft.com/office/officeart/2005/8/layout/hProcess4"/>
    <dgm:cxn modelId="{20082FF2-B553-44D3-88D7-A0DCAF904722}" type="presParOf" srcId="{9295437B-55DA-4493-AC9D-A1E59202B554}" destId="{DC71855F-CD20-491B-B839-42C49290A7F3}" srcOrd="2" destOrd="0" presId="urn:microsoft.com/office/officeart/2005/8/layout/hProcess4"/>
    <dgm:cxn modelId="{9D8D5EEE-4023-44D3-BF6F-09DD60394D98}" type="presParOf" srcId="{9295437B-55DA-4493-AC9D-A1E59202B554}" destId="{593F8734-6997-4A45-840D-C5F4B55CD33D}" srcOrd="3" destOrd="0" presId="urn:microsoft.com/office/officeart/2005/8/layout/hProcess4"/>
    <dgm:cxn modelId="{070268EB-A257-4F3D-9A80-3FFFD5BD6AA0}" type="presParOf" srcId="{9295437B-55DA-4493-AC9D-A1E59202B554}" destId="{53605DFF-3321-4AF9-80BA-693F72E1EE28}" srcOrd="4" destOrd="0" presId="urn:microsoft.com/office/officeart/2005/8/layout/hProcess4"/>
    <dgm:cxn modelId="{3B834387-AE82-4B5C-B0F8-3A936C1D41F3}" type="presParOf" srcId="{598F77B1-D0C3-4B36-8CAE-6814EEFF2035}" destId="{D255C659-664B-4F35-B50B-C554667B1C73}" srcOrd="3" destOrd="0" presId="urn:microsoft.com/office/officeart/2005/8/layout/hProcess4"/>
    <dgm:cxn modelId="{93FD4268-19A8-4D33-B7A5-00C1C69203B0}" type="presParOf" srcId="{598F77B1-D0C3-4B36-8CAE-6814EEFF2035}" destId="{5C8E6F94-17C1-47C1-B423-EAD6BA7C005D}" srcOrd="4" destOrd="0" presId="urn:microsoft.com/office/officeart/2005/8/layout/hProcess4"/>
    <dgm:cxn modelId="{199D8F04-CB41-4C50-897B-A31028C5D159}" type="presParOf" srcId="{5C8E6F94-17C1-47C1-B423-EAD6BA7C005D}" destId="{77FD80FD-EED5-4CCB-80D1-0BC5F4C2223A}" srcOrd="0" destOrd="0" presId="urn:microsoft.com/office/officeart/2005/8/layout/hProcess4"/>
    <dgm:cxn modelId="{987B5558-4005-4838-B1E8-17DA26A46BE3}" type="presParOf" srcId="{5C8E6F94-17C1-47C1-B423-EAD6BA7C005D}" destId="{4A06E25B-9B36-4356-BEC6-EEFDA2CE25D6}" srcOrd="1" destOrd="0" presId="urn:microsoft.com/office/officeart/2005/8/layout/hProcess4"/>
    <dgm:cxn modelId="{8AC74F7E-29E0-4F1B-BFE2-9D77B9A4C169}" type="presParOf" srcId="{5C8E6F94-17C1-47C1-B423-EAD6BA7C005D}" destId="{380AED74-74DC-4FF9-8D3B-CA82B0DAE94C}" srcOrd="2" destOrd="0" presId="urn:microsoft.com/office/officeart/2005/8/layout/hProcess4"/>
    <dgm:cxn modelId="{818E7D5F-EAB3-452F-BCAC-6CDC7C173531}" type="presParOf" srcId="{5C8E6F94-17C1-47C1-B423-EAD6BA7C005D}" destId="{AA5F12C3-CF5C-4FD9-8DC3-6688EFE0223E}" srcOrd="3" destOrd="0" presId="urn:microsoft.com/office/officeart/2005/8/layout/hProcess4"/>
    <dgm:cxn modelId="{86B69A99-9399-427E-A5B8-D98702C99919}" type="presParOf" srcId="{5C8E6F94-17C1-47C1-B423-EAD6BA7C005D}" destId="{35B8AB09-02BF-4A68-B20E-3BF949E7F58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95D01-109F-42F5-999C-C37BF24D4483}">
      <dsp:nvSpPr>
        <dsp:cNvPr id="0" name=""/>
        <dsp:cNvSpPr/>
      </dsp:nvSpPr>
      <dsp:spPr>
        <a:xfrm>
          <a:off x="5109" y="2116541"/>
          <a:ext cx="2657865" cy="21921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noProof="0"/>
            <a:t>Peripheral</a:t>
          </a:r>
        </a:p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noProof="0"/>
            <a:t>such as Mosaic G5</a:t>
          </a:r>
        </a:p>
      </dsp:txBody>
      <dsp:txXfrm>
        <a:off x="55557" y="2166989"/>
        <a:ext cx="2556969" cy="1621533"/>
      </dsp:txXfrm>
    </dsp:sp>
    <dsp:sp modelId="{DBA9E8F6-8785-44EA-BD0F-0FB36AA3872F}">
      <dsp:nvSpPr>
        <dsp:cNvPr id="0" name=""/>
        <dsp:cNvSpPr/>
      </dsp:nvSpPr>
      <dsp:spPr>
        <a:xfrm>
          <a:off x="1531543" y="2756391"/>
          <a:ext cx="2757195" cy="2757195"/>
        </a:xfrm>
        <a:prstGeom prst="leftCircularArrow">
          <a:avLst>
            <a:gd name="adj1" fmla="val 2528"/>
            <a:gd name="adj2" fmla="val 306568"/>
            <a:gd name="adj3" fmla="val 2082079"/>
            <a:gd name="adj4" fmla="val 9024489"/>
            <a:gd name="adj5" fmla="val 2949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7E5AB9DB-60E3-4EC5-B3A1-A0C80A893DA5}">
      <dsp:nvSpPr>
        <dsp:cNvPr id="0" name=""/>
        <dsp:cNvSpPr/>
      </dsp:nvSpPr>
      <dsp:spPr>
        <a:xfrm>
          <a:off x="595746" y="3838970"/>
          <a:ext cx="2362546" cy="9395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/>
            <a:t>Protocol of choice (UART,USB,etc.)</a:t>
          </a:r>
        </a:p>
      </dsp:txBody>
      <dsp:txXfrm>
        <a:off x="623263" y="3866487"/>
        <a:ext cx="2307512" cy="884472"/>
      </dsp:txXfrm>
    </dsp:sp>
    <dsp:sp modelId="{DF3CBED9-DA80-471B-8F06-6D1FBA8626DB}">
      <dsp:nvSpPr>
        <dsp:cNvPr id="0" name=""/>
        <dsp:cNvSpPr/>
      </dsp:nvSpPr>
      <dsp:spPr>
        <a:xfrm>
          <a:off x="3290199" y="2116541"/>
          <a:ext cx="2657865" cy="21921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5733880"/>
              <a:satOff val="-46542"/>
              <a:lumOff val="-1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noProof="0"/>
            <a:t>MCU running </a:t>
          </a:r>
          <a:r>
            <a:rPr lang="en-US" sz="3200" kern="1200" noProof="0" err="1"/>
            <a:t>AP_Periph</a:t>
          </a:r>
          <a:endParaRPr lang="en-US" sz="3200" kern="1200" noProof="0"/>
        </a:p>
      </dsp:txBody>
      <dsp:txXfrm>
        <a:off x="3340647" y="2636743"/>
        <a:ext cx="2556969" cy="1621533"/>
      </dsp:txXfrm>
    </dsp:sp>
    <dsp:sp modelId="{D255C659-664B-4F35-B50B-C554667B1C73}">
      <dsp:nvSpPr>
        <dsp:cNvPr id="0" name=""/>
        <dsp:cNvSpPr/>
      </dsp:nvSpPr>
      <dsp:spPr>
        <a:xfrm>
          <a:off x="4794484" y="825725"/>
          <a:ext cx="3096811" cy="3096811"/>
        </a:xfrm>
        <a:prstGeom prst="circularArrow">
          <a:avLst>
            <a:gd name="adj1" fmla="val 2251"/>
            <a:gd name="adj2" fmla="val 271205"/>
            <a:gd name="adj3" fmla="val 19553284"/>
            <a:gd name="adj4" fmla="val 12575511"/>
            <a:gd name="adj5" fmla="val 2626"/>
          </a:avLst>
        </a:prstGeom>
        <a:solidFill>
          <a:schemeClr val="lt1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593F8734-6997-4A45-840D-C5F4B55CD33D}">
      <dsp:nvSpPr>
        <dsp:cNvPr id="0" name=""/>
        <dsp:cNvSpPr/>
      </dsp:nvSpPr>
      <dsp:spPr>
        <a:xfrm>
          <a:off x="3880836" y="1646788"/>
          <a:ext cx="2362546" cy="939506"/>
        </a:xfrm>
        <a:prstGeom prst="roundRect">
          <a:avLst>
            <a:gd name="adj" fmla="val 10000"/>
          </a:avLst>
        </a:prstGeom>
        <a:solidFill>
          <a:schemeClr val="accent5">
            <a:hueOff val="5733880"/>
            <a:satOff val="-46542"/>
            <a:lumOff val="-110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/>
            <a:t>DroneCAN</a:t>
          </a:r>
        </a:p>
      </dsp:txBody>
      <dsp:txXfrm>
        <a:off x="3908353" y="1674305"/>
        <a:ext cx="2307512" cy="884472"/>
      </dsp:txXfrm>
    </dsp:sp>
    <dsp:sp modelId="{4A06E25B-9B36-4356-BEC6-EEFDA2CE25D6}">
      <dsp:nvSpPr>
        <dsp:cNvPr id="0" name=""/>
        <dsp:cNvSpPr/>
      </dsp:nvSpPr>
      <dsp:spPr>
        <a:xfrm>
          <a:off x="6575289" y="2116541"/>
          <a:ext cx="2657865" cy="21921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11467759"/>
              <a:satOff val="-93083"/>
              <a:lumOff val="-221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ctr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noProof="0"/>
            <a:t>Flight Controller</a:t>
          </a:r>
        </a:p>
      </dsp:txBody>
      <dsp:txXfrm>
        <a:off x="6625737" y="2166989"/>
        <a:ext cx="2556969" cy="1621533"/>
      </dsp:txXfrm>
    </dsp:sp>
    <dsp:sp modelId="{AA5F12C3-CF5C-4FD9-8DC3-6688EFE0223E}">
      <dsp:nvSpPr>
        <dsp:cNvPr id="0" name=""/>
        <dsp:cNvSpPr/>
      </dsp:nvSpPr>
      <dsp:spPr>
        <a:xfrm>
          <a:off x="7165926" y="3838970"/>
          <a:ext cx="2362546" cy="939506"/>
        </a:xfrm>
        <a:prstGeom prst="roundRect">
          <a:avLst>
            <a:gd name="adj" fmla="val 10000"/>
          </a:avLst>
        </a:prstGeom>
        <a:solidFill>
          <a:schemeClr val="accent5">
            <a:hueOff val="11467759"/>
            <a:satOff val="-93083"/>
            <a:lumOff val="-221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/>
            <a:t>Connected to all other peripherals</a:t>
          </a:r>
        </a:p>
      </dsp:txBody>
      <dsp:txXfrm>
        <a:off x="7193443" y="3866487"/>
        <a:ext cx="2307512" cy="884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4F269-9173-FC49-B988-9E9736139D91}" type="datetime1">
              <a:rPr lang="en-US" smtClean="0"/>
              <a:pPr/>
              <a:t>7/27/2026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C2AF6-A276-CD44-BCA8-10BF610B3C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8381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CC812-23AE-FE4D-9B4A-4AF0E37B75E6}" type="datetime1">
              <a:rPr lang="en-US" smtClean="0"/>
              <a:pPr/>
              <a:t>7/27/2026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1FDA8-A123-3540-B427-6FB1147E555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01954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11FDA8-A123-3540-B427-6FB1147E5552}" type="slidenum">
              <a:rPr lang="nl-NL" smtClean="0"/>
              <a:pPr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26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761067" y="3139033"/>
            <a:ext cx="8669867" cy="553999"/>
          </a:xfrm>
        </p:spPr>
        <p:txBody>
          <a:bodyPr wrap="square">
            <a:spAutoFit/>
          </a:bodyPr>
          <a:lstStyle>
            <a:lvl1pPr algn="ctr">
              <a:defRPr sz="3000" b="1" i="0" baseline="0">
                <a:latin typeface="Open Sans"/>
              </a:defRPr>
            </a:lvl1pPr>
          </a:lstStyle>
          <a:p>
            <a:r>
              <a:rPr lang="nl-BE"/>
              <a:t>Click here to add title</a:t>
            </a:r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91EE22F-2837-AC40-BCC7-F676814B4975}"/>
              </a:ext>
            </a:extLst>
          </p:cNvPr>
          <p:cNvSpPr/>
          <p:nvPr userDrawn="1"/>
        </p:nvSpPr>
        <p:spPr>
          <a:xfrm>
            <a:off x="559558" y="388961"/>
            <a:ext cx="3848669" cy="1146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 b="0" cap="none" spc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DA2F3-3CDF-4E1E-BB75-A48F62F53E4D}"/>
              </a:ext>
            </a:extLst>
          </p:cNvPr>
          <p:cNvSpPr/>
          <p:nvPr userDrawn="1"/>
        </p:nvSpPr>
        <p:spPr>
          <a:xfrm>
            <a:off x="331707" y="5653245"/>
            <a:ext cx="2341984" cy="97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2482212" y="5624135"/>
            <a:ext cx="7227576" cy="372718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/>
              <a:t>Click here to add author</a:t>
            </a:r>
            <a:endParaRPr lang="nl-NL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23F3FF-E68C-BF3B-16DA-4B7471A281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2" y="131859"/>
            <a:ext cx="3279026" cy="132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4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ex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2"/>
          <p:cNvSpPr>
            <a:spLocks noGrp="1"/>
          </p:cNvSpPr>
          <p:nvPr>
            <p:ph idx="10" hasCustomPrompt="1"/>
          </p:nvPr>
        </p:nvSpPr>
        <p:spPr>
          <a:xfrm>
            <a:off x="0" y="1284282"/>
            <a:ext cx="12192000" cy="4300627"/>
          </a:xfrm>
        </p:spPr>
        <p:txBody>
          <a:bodyPr anchor="ctr" anchorCtr="0"/>
          <a:lstStyle>
            <a:lvl1pPr algn="ctr">
              <a:spcAft>
                <a:spcPts val="1200"/>
              </a:spcAft>
              <a:defRPr sz="2500">
                <a:latin typeface="Open Sans Semibold"/>
              </a:defRPr>
            </a:lvl1pPr>
            <a:lvl2pPr marL="0" indent="0" algn="ctr">
              <a:buFontTx/>
              <a:buNone/>
              <a:defRPr sz="1800"/>
            </a:lvl2pPr>
            <a:lvl4pPr>
              <a:defRPr sz="1800"/>
            </a:lvl4pPr>
          </a:lstStyle>
          <a:p>
            <a:pPr lvl="0"/>
            <a:r>
              <a:rPr lang="nl-BE"/>
              <a:t>Click here to add index</a:t>
            </a:r>
          </a:p>
          <a:p>
            <a:pPr lvl="1"/>
            <a:r>
              <a:rPr lang="nl-BE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86604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"/>
            </a:lvl1pPr>
          </a:lstStyle>
          <a:p>
            <a:r>
              <a:rPr lang="nl-BE"/>
              <a:t>Click here to add 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153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/>
              <a:t>Click here to add title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6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/>
              <a:t>Click here to add text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B2CF6E1-46F3-124B-8E03-0AE7626910A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0FE355F-258C-34CA-017E-42552CD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/>
              <a:t>Click here to add title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96898" y="1681612"/>
            <a:ext cx="5340359" cy="402541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/>
              <a:t>Click here to add image</a:t>
            </a:r>
            <a:endParaRPr lang="nl-NL"/>
          </a:p>
        </p:txBody>
      </p:sp>
      <p:sp>
        <p:nvSpPr>
          <p:cNvPr id="9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6219468" y="1686124"/>
            <a:ext cx="5375633" cy="4020903"/>
          </a:xfrm>
        </p:spPr>
        <p:txBody>
          <a:bodyPr/>
          <a:lstStyle/>
          <a:p>
            <a:pPr lvl="0"/>
            <a:r>
              <a:rPr lang="nl-BE"/>
              <a:t>Click here to add text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ADD15DB-1ACA-9644-AD1A-5B44C0DF954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BB99B5-FA9B-EEFD-D6AD-03C252D9B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/>
              <a:t>Click here to add graph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C4C89F5-4C5F-904F-9601-1829BDE2D1D1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DA6A5C-A88B-208E-5333-ADDD1F21D7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0099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2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/>
              <a:t>Click here to add table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25123E1-4195-564B-99B5-9B1C5C2A7FF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52C64A-C5E0-4A4E-61C3-BC673C797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17311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5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1417638"/>
            <a:ext cx="12192000" cy="5440362"/>
          </a:xfrm>
        </p:spPr>
        <p:txBody>
          <a:bodyPr anchor="ctr" anchorCtr="1"/>
          <a:lstStyle>
            <a:lvl1pPr algn="ctr">
              <a:defRPr baseline="0"/>
            </a:lvl1pPr>
          </a:lstStyle>
          <a:p>
            <a:pPr lvl="0"/>
            <a:r>
              <a:rPr lang="nl-BE"/>
              <a:t>Click here to add image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/>
              <a:t>Click here to add title</a:t>
            </a:r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74E82A6-7169-984D-A703-5DD7F8D5752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E2502-B5DC-D7AC-CB6C-6435398D0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5745389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Colou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nl-BE"/>
              <a:t>Click here to add text</a:t>
            </a:r>
            <a:endParaRPr lang="nl-NL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6AD9CC-290D-1E76-437F-6C4D554AA5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37573"/>
            <a:ext cx="2006746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1">
            <a:extLst>
              <a:ext uri="{FF2B5EF4-FFF2-40B4-BE49-F238E27FC236}">
                <a16:creationId xmlns:a16="http://schemas.microsoft.com/office/drawing/2014/main" id="{DF398B79-CB9F-4CCF-9E33-B689DFC5DC9D}"/>
              </a:ext>
            </a:extLst>
          </p:cNvPr>
          <p:cNvSpPr txBox="1"/>
          <p:nvPr userDrawn="1"/>
        </p:nvSpPr>
        <p:spPr>
          <a:xfrm>
            <a:off x="4761558" y="4396890"/>
            <a:ext cx="2700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>
                <a:solidFill>
                  <a:srgbClr val="000000"/>
                </a:solidFill>
                <a:latin typeface="Open Sans Semibold"/>
              </a:rPr>
              <a:t>Americas</a:t>
            </a:r>
          </a:p>
          <a:p>
            <a:pPr algn="ctr">
              <a:spcBef>
                <a:spcPts val="200"/>
              </a:spcBef>
            </a:pPr>
            <a:endParaRPr lang="nl-BE" sz="800">
              <a:solidFill>
                <a:srgbClr val="000000"/>
              </a:solidFill>
              <a:latin typeface="Open Sans"/>
            </a:endParaRPr>
          </a:p>
          <a:p>
            <a:pPr algn="ctr" eaLnBrk="1" hangingPunct="1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2601 Airport Drive, Suite 360</a:t>
            </a:r>
            <a:br>
              <a:rPr lang="it-IT" sz="1200" kern="120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</a:br>
            <a:r>
              <a:rPr lang="it-IT" sz="1200" kern="120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Los Angeles (Torrance), </a:t>
            </a:r>
          </a:p>
          <a:p>
            <a:pPr algn="ctr" eaLnBrk="1" hangingPunct="1">
              <a:spcBef>
                <a:spcPts val="200"/>
              </a:spcBef>
            </a:pPr>
            <a:r>
              <a:rPr lang="it-IT" sz="1200" kern="120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CA 90505, </a:t>
            </a:r>
            <a:r>
              <a:rPr lang="it-IT" sz="1200" b="1" kern="120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USA</a:t>
            </a:r>
            <a:endParaRPr lang="nl-BE" sz="80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Tekstvak 8">
            <a:extLst>
              <a:ext uri="{FF2B5EF4-FFF2-40B4-BE49-F238E27FC236}">
                <a16:creationId xmlns:a16="http://schemas.microsoft.com/office/drawing/2014/main" id="{B8355DA1-10A9-4E4F-9CCB-5614BC2E98C1}"/>
              </a:ext>
            </a:extLst>
          </p:cNvPr>
          <p:cNvSpPr txBox="1"/>
          <p:nvPr userDrawn="1"/>
        </p:nvSpPr>
        <p:spPr>
          <a:xfrm>
            <a:off x="2263647" y="4396890"/>
            <a:ext cx="2700000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>
                <a:solidFill>
                  <a:srgbClr val="000000"/>
                </a:solidFill>
                <a:latin typeface="Open Sans Semibold"/>
              </a:rPr>
              <a:t>EMEA (HQ)</a:t>
            </a:r>
          </a:p>
          <a:p>
            <a:pPr algn="ctr">
              <a:spcBef>
                <a:spcPts val="200"/>
              </a:spcBef>
            </a:pPr>
            <a:endParaRPr lang="nl-BE" sz="80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Greenhill Campus</a:t>
            </a:r>
          </a:p>
          <a:p>
            <a:pPr algn="ctr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Interleuvenlaan 15i,</a:t>
            </a:r>
          </a:p>
          <a:p>
            <a:pPr algn="ctr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3001 Leuven, </a:t>
            </a:r>
            <a:r>
              <a:rPr lang="nl-BE" sz="1200" b="1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Belgium</a:t>
            </a:r>
          </a:p>
          <a:p>
            <a:pPr algn="ctr">
              <a:spcBef>
                <a:spcPts val="200"/>
              </a:spcBef>
            </a:pPr>
            <a:endParaRPr lang="nl-BE" sz="80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Tekstvak 9">
            <a:extLst>
              <a:ext uri="{FF2B5EF4-FFF2-40B4-BE49-F238E27FC236}">
                <a16:creationId xmlns:a16="http://schemas.microsoft.com/office/drawing/2014/main" id="{61E862F6-7ED0-4833-92F8-8DF6E92BD83B}"/>
              </a:ext>
            </a:extLst>
          </p:cNvPr>
          <p:cNvSpPr txBox="1"/>
          <p:nvPr userDrawn="1"/>
        </p:nvSpPr>
        <p:spPr>
          <a:xfrm>
            <a:off x="7234566" y="4390420"/>
            <a:ext cx="2700000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>
                <a:solidFill>
                  <a:srgbClr val="000000"/>
                </a:solidFill>
                <a:latin typeface="Open Sans Semibold"/>
              </a:rPr>
              <a:t>Asia-Pacific</a:t>
            </a:r>
            <a:endParaRPr lang="nl-BE" sz="80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endParaRPr lang="nl-BE" sz="800">
              <a:solidFill>
                <a:srgbClr val="000000"/>
              </a:solidFill>
              <a:latin typeface="Open Sans"/>
            </a:endParaRPr>
          </a:p>
          <a:p>
            <a:pPr algn="ctr"/>
            <a:r>
              <a:rPr lang="en-US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Shanghai, </a:t>
            </a:r>
            <a:r>
              <a:rPr lang="en-US" sz="1200" b="1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China</a:t>
            </a:r>
          </a:p>
          <a:p>
            <a:pPr algn="ctr"/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Yokohama, </a:t>
            </a:r>
            <a:r>
              <a:rPr lang="nl-BE" sz="1200" b="1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Japan</a:t>
            </a:r>
          </a:p>
          <a:p>
            <a:pPr algn="ctr"/>
            <a:r>
              <a:rPr lang="nl-BE" sz="1200" b="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Seoul,</a:t>
            </a:r>
            <a:r>
              <a:rPr lang="nl-BE" sz="1200" b="1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Korea</a:t>
            </a:r>
          </a:p>
        </p:txBody>
      </p:sp>
      <p:sp>
        <p:nvSpPr>
          <p:cNvPr id="16" name="Tekstvak 1">
            <a:extLst>
              <a:ext uri="{FF2B5EF4-FFF2-40B4-BE49-F238E27FC236}">
                <a16:creationId xmlns:a16="http://schemas.microsoft.com/office/drawing/2014/main" id="{88FC0F13-88E9-41F1-9331-186905A44182}"/>
              </a:ext>
            </a:extLst>
          </p:cNvPr>
          <p:cNvSpPr txBox="1"/>
          <p:nvPr userDrawn="1"/>
        </p:nvSpPr>
        <p:spPr>
          <a:xfrm>
            <a:off x="7244110" y="5644204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septentrio.com</a:t>
            </a:r>
            <a:endParaRPr lang="nl-BE" sz="80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7" name="Tekstvak 1">
            <a:extLst>
              <a:ext uri="{FF2B5EF4-FFF2-40B4-BE49-F238E27FC236}">
                <a16:creationId xmlns:a16="http://schemas.microsoft.com/office/drawing/2014/main" id="{ABA93791-76EF-4AA4-8051-5A1BC301825D}"/>
              </a:ext>
            </a:extLst>
          </p:cNvPr>
          <p:cNvSpPr txBox="1"/>
          <p:nvPr userDrawn="1"/>
        </p:nvSpPr>
        <p:spPr>
          <a:xfrm>
            <a:off x="2351208" y="5622650"/>
            <a:ext cx="4678329" cy="487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nl-BE" sz="1200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                Espoo, </a:t>
            </a:r>
            <a:r>
              <a:rPr lang="nl-BE" sz="1200" b="1" kern="120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Finland</a:t>
            </a:r>
          </a:p>
          <a:p>
            <a:pPr algn="l">
              <a:spcBef>
                <a:spcPts val="200"/>
              </a:spcBef>
            </a:pPr>
            <a:endParaRPr lang="nl-BE" sz="1200" b="1" kern="1200">
              <a:solidFill>
                <a:srgbClr val="000000"/>
              </a:solidFill>
              <a:latin typeface="Open Sans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B501943-1297-3840-8BE9-6F373FF717F4}"/>
              </a:ext>
            </a:extLst>
          </p:cNvPr>
          <p:cNvSpPr/>
          <p:nvPr userDrawn="1"/>
        </p:nvSpPr>
        <p:spPr>
          <a:xfrm>
            <a:off x="3800901" y="2033516"/>
            <a:ext cx="4565177" cy="171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85CEEE6D-F13D-A804-213E-67B0199B8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3320" y="5667716"/>
            <a:ext cx="270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Sans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Sans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Sans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Sans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Sans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nl-BE" altLang="nl-BE" sz="1200">
                <a:solidFill>
                  <a:srgbClr val="000000"/>
                </a:solidFill>
                <a:latin typeface="Open Sans" panose="020B0606030504020204" pitchFamily="34" charset="0"/>
              </a:rPr>
              <a:t>septentrio.com/contact</a:t>
            </a:r>
            <a:endParaRPr lang="nl-BE" altLang="nl-BE" sz="800">
              <a:solidFill>
                <a:srgbClr val="000000"/>
              </a:solidFill>
              <a:latin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23B3D7-CA41-9A40-45D5-3E1DC60799F0}"/>
              </a:ext>
            </a:extLst>
          </p:cNvPr>
          <p:cNvGrpSpPr/>
          <p:nvPr userDrawn="1"/>
        </p:nvGrpSpPr>
        <p:grpSpPr>
          <a:xfrm>
            <a:off x="7907119" y="5969567"/>
            <a:ext cx="1373982" cy="420551"/>
            <a:chOff x="6421285" y="5747482"/>
            <a:chExt cx="1373982" cy="420551"/>
          </a:xfrm>
        </p:grpSpPr>
        <p:pic>
          <p:nvPicPr>
            <p:cNvPr id="6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82D6D655-E816-510A-828E-1B42CF1618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1285" y="5804189"/>
              <a:ext cx="278571" cy="27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780D7828-3EF5-E97F-A4DF-ED4CF652CD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856" y="5747482"/>
              <a:ext cx="422158" cy="42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2B926E9-1D14-270B-32E0-F5FA66DD3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5721" y="5816440"/>
              <a:ext cx="326085" cy="326085"/>
            </a:xfrm>
            <a:prstGeom prst="rect">
              <a:avLst/>
            </a:prstGeom>
          </p:spPr>
        </p:pic>
        <p:pic>
          <p:nvPicPr>
            <p:cNvPr id="18" name="Picture 2" descr="Github Logo - Free social media icons">
              <a:extLst>
                <a:ext uri="{FF2B5EF4-FFF2-40B4-BE49-F238E27FC236}">
                  <a16:creationId xmlns:a16="http://schemas.microsoft.com/office/drawing/2014/main" id="{ED2DC1D2-C4C9-C8FE-078F-BC324754B5D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5287" y="5812768"/>
              <a:ext cx="289980" cy="289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A logo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04875BE3-7F15-10BF-2174-AFF90B9ED23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3" t="19936"/>
          <a:stretch/>
        </p:blipFill>
        <p:spPr>
          <a:xfrm>
            <a:off x="10331483" y="-1"/>
            <a:ext cx="1860517" cy="2189527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F159BB-51A2-DC32-DD3E-DC23C5E87BA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47" y="2181573"/>
            <a:ext cx="4595131" cy="18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96900" y="274638"/>
            <a:ext cx="109982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BE"/>
              <a:t>Click here to add title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6900" y="1681612"/>
            <a:ext cx="10998200" cy="402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Click here to add text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03224" y="6067425"/>
            <a:ext cx="108877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2"/>
                </a:solidFill>
              </a:defRPr>
            </a:lvl1pPr>
          </a:lstStyle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>
              <a:solidFill>
                <a:srgbClr val="FFFFFE"/>
              </a:solidFill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9430627-9307-714A-B915-46AE251F1746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830E5D-34F7-B084-FD1F-2BF6E20BFF8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20664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500" b="1" i="0" kern="1200">
          <a:solidFill>
            <a:schemeClr val="tx1"/>
          </a:solidFill>
          <a:latin typeface="Open Sans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600"/>
        </a:spcBef>
        <a:buFontTx/>
        <a:buNone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1pPr>
      <a:lvl2pPr marL="180000" indent="-216000" algn="l" defTabSz="4572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2pPr>
      <a:lvl3pPr marL="468000" indent="-216000" algn="l" defTabSz="457200" rtl="0" eaLnBrk="1" latinLnBrk="0" hangingPunct="1">
        <a:lnSpc>
          <a:spcPct val="100000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3pPr>
      <a:lvl4pPr marL="684000" indent="-216000" algn="l" defTabSz="457200" rtl="0" eaLnBrk="1" latinLnBrk="0" hangingPunct="1">
        <a:lnSpc>
          <a:spcPct val="100000"/>
        </a:lnSpc>
        <a:spcBef>
          <a:spcPts val="600"/>
        </a:spcBef>
        <a:buClr>
          <a:schemeClr val="accent6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4pPr>
      <a:lvl5pPr marL="936000" indent="-216000" algn="l" defTabSz="457200" rtl="0" eaLnBrk="1" latinLnBrk="0" hangingPunct="1">
        <a:lnSpc>
          <a:spcPct val="100000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G5</a:t>
            </a:r>
            <a:r>
              <a:rPr lang="en-US" noProof="0"/>
              <a:t>Fly integration with NXP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4294967295"/>
          </p:nvPr>
        </p:nvSpPr>
        <p:spPr>
          <a:xfrm>
            <a:off x="2482212" y="5996854"/>
            <a:ext cx="7227576" cy="365124"/>
          </a:xfrm>
          <a:prstGeom prst="rect">
            <a:avLst/>
          </a:prstGeom>
        </p:spPr>
        <p:txBody>
          <a:bodyPr/>
          <a:lstStyle/>
          <a:p>
            <a:pPr algn="ctr"/>
            <a:fld id="{C0EDCDA5-5894-2346-9539-52E1F8D444B9}" type="datetime3">
              <a:rPr lang="en-US" noProof="0" smtClean="0">
                <a:solidFill>
                  <a:schemeClr val="bg1">
                    <a:lumMod val="65000"/>
                  </a:schemeClr>
                </a:solidFill>
              </a:rPr>
              <a:pPr algn="ctr"/>
              <a:t>27 July 2026</a:t>
            </a:fld>
            <a:endParaRPr lang="en-US" noProof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5" descr="A black background with yellow numbers and blue text&#10;&#10;Description automatically generated">
            <a:extLst>
              <a:ext uri="{FF2B5EF4-FFF2-40B4-BE49-F238E27FC236}">
                <a16:creationId xmlns:a16="http://schemas.microsoft.com/office/drawing/2014/main" id="{FFD8793D-FDCA-1F89-ACC9-27D7319C0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579" y="-522094"/>
            <a:ext cx="26955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8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88A7-8B96-106A-06E8-F65D89EC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C33B1-0C61-07F1-F4C6-B89CD6D7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en-US" noProof="0" smtClean="0">
                <a:solidFill>
                  <a:srgbClr val="FFFFFE"/>
                </a:solidFill>
              </a:rPr>
              <a:pPr/>
              <a:t>2</a:t>
            </a:fld>
            <a:endParaRPr lang="en-US" noProof="0">
              <a:solidFill>
                <a:srgbClr val="FFFFF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C3B24-E7EB-E45D-77DC-BF05A37EB87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14" y="0"/>
            <a:ext cx="1088776" cy="1217734"/>
          </a:xfrm>
          <a:prstGeom prst="rect">
            <a:avLst/>
          </a:prstGeom>
        </p:spPr>
      </p:pic>
      <p:pic>
        <p:nvPicPr>
          <p:cNvPr id="26" name="Picture 25" descr="5&#10;&#10;AI-generated content may be incorrect.">
            <a:extLst>
              <a:ext uri="{FF2B5EF4-FFF2-40B4-BE49-F238E27FC236}">
                <a16:creationId xmlns:a16="http://schemas.microsoft.com/office/drawing/2014/main" id="{6E1E7F4C-631C-15D1-C532-1FAC45B82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57" y="360449"/>
            <a:ext cx="2761582" cy="835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AA9690-A8A4-D13A-E3AF-C5314E0EA4B5}"/>
              </a:ext>
            </a:extLst>
          </p:cNvPr>
          <p:cNvSpPr txBox="1"/>
          <p:nvPr/>
        </p:nvSpPr>
        <p:spPr>
          <a:xfrm>
            <a:off x="4302369" y="922678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Hardware</a:t>
            </a:r>
            <a:r>
              <a:rPr lang="nl-BE"/>
              <a:t> Integration with NXP</a:t>
            </a:r>
            <a:endParaRPr lang="fr-F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8F3B64-D3A3-E895-D3D0-F7641CC1184C}"/>
              </a:ext>
            </a:extLst>
          </p:cNvPr>
          <p:cNvCxnSpPr>
            <a:cxnSpLocks/>
          </p:cNvCxnSpPr>
          <p:nvPr/>
        </p:nvCxnSpPr>
        <p:spPr>
          <a:xfrm>
            <a:off x="5595815" y="1547447"/>
            <a:ext cx="0" cy="4659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1B6247-1C29-60B6-3944-D6A67126A4CE}"/>
              </a:ext>
            </a:extLst>
          </p:cNvPr>
          <p:cNvSpPr txBox="1"/>
          <p:nvPr/>
        </p:nvSpPr>
        <p:spPr>
          <a:xfrm>
            <a:off x="1242646" y="1442401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FPV GNSS based on NXP MCU</a:t>
            </a:r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4F9DA-79B4-C9BD-28BA-99F31ED4E551}"/>
              </a:ext>
            </a:extLst>
          </p:cNvPr>
          <p:cNvSpPr txBox="1"/>
          <p:nvPr/>
        </p:nvSpPr>
        <p:spPr>
          <a:xfrm>
            <a:off x="6861909" y="1436052"/>
            <a:ext cx="4087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GNSS Tool for NXP </a:t>
            </a:r>
            <a:r>
              <a:rPr lang="fr-FR" b="1"/>
              <a:t>MR-MCXN-T1 Hub</a:t>
            </a:r>
          </a:p>
          <a:p>
            <a:endParaRPr lang="fr-FR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B81C989-B51F-6FAF-53DD-7CEE731F2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011" y="1811733"/>
            <a:ext cx="3719568" cy="4208985"/>
          </a:xfrm>
          <a:prstGeom prst="rect">
            <a:avLst/>
          </a:prstGeom>
        </p:spPr>
      </p:pic>
      <p:pic>
        <p:nvPicPr>
          <p:cNvPr id="28" name="Picture 27" descr="The image illustrates a diagram showing the connection and communication process between a G5FLY Rev-2 NXP Fly Controller, two ants (DF40 and UART2), a JST connector, and a USB-C interface.&#10;&#10;AI-generated content may be incorrect.">
            <a:extLst>
              <a:ext uri="{FF2B5EF4-FFF2-40B4-BE49-F238E27FC236}">
                <a16:creationId xmlns:a16="http://schemas.microsoft.com/office/drawing/2014/main" id="{C7627393-91C0-BFDB-0E9F-0DF173B9B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805" y="2230813"/>
            <a:ext cx="3215235" cy="37045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2B552DB-F2D1-A320-9822-977F9F9B7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0040" y="2892129"/>
            <a:ext cx="2791507" cy="2539566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9D87564-B929-6E7C-02D4-CA779592713B}"/>
              </a:ext>
            </a:extLst>
          </p:cNvPr>
          <p:cNvSpPr/>
          <p:nvPr/>
        </p:nvSpPr>
        <p:spPr>
          <a:xfrm>
            <a:off x="906585" y="3126154"/>
            <a:ext cx="3923323" cy="2907323"/>
          </a:xfrm>
          <a:custGeom>
            <a:avLst/>
            <a:gdLst>
              <a:gd name="csX0" fmla="*/ 0 w 3923323"/>
              <a:gd name="csY0" fmla="*/ 1273908 h 2907323"/>
              <a:gd name="csX1" fmla="*/ 1985107 w 3923323"/>
              <a:gd name="csY1" fmla="*/ 1273908 h 2907323"/>
              <a:gd name="csX2" fmla="*/ 1985107 w 3923323"/>
              <a:gd name="csY2" fmla="*/ 0 h 2907323"/>
              <a:gd name="csX3" fmla="*/ 3923323 w 3923323"/>
              <a:gd name="csY3" fmla="*/ 0 h 2907323"/>
              <a:gd name="csX4" fmla="*/ 3923323 w 3923323"/>
              <a:gd name="csY4" fmla="*/ 2907323 h 2907323"/>
              <a:gd name="csX5" fmla="*/ 7815 w 3923323"/>
              <a:gd name="csY5" fmla="*/ 2907323 h 2907323"/>
              <a:gd name="csX6" fmla="*/ 0 w 3923323"/>
              <a:gd name="csY6" fmla="*/ 1273908 h 29073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23323" h="2907323">
                <a:moveTo>
                  <a:pt x="0" y="1273908"/>
                </a:moveTo>
                <a:lnTo>
                  <a:pt x="1985107" y="1273908"/>
                </a:lnTo>
                <a:lnTo>
                  <a:pt x="1985107" y="0"/>
                </a:lnTo>
                <a:lnTo>
                  <a:pt x="3923323" y="0"/>
                </a:lnTo>
                <a:lnTo>
                  <a:pt x="3923323" y="2907323"/>
                </a:lnTo>
                <a:lnTo>
                  <a:pt x="7815" y="2907323"/>
                </a:lnTo>
                <a:lnTo>
                  <a:pt x="0" y="1273908"/>
                </a:lnTo>
                <a:close/>
              </a:path>
            </a:pathLst>
          </a:custGeom>
          <a:noFill/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C738C4-DE38-B37D-B4D2-792F0E4C07AC}"/>
              </a:ext>
            </a:extLst>
          </p:cNvPr>
          <p:cNvSpPr txBox="1"/>
          <p:nvPr/>
        </p:nvSpPr>
        <p:spPr>
          <a:xfrm>
            <a:off x="3807160" y="3126154"/>
            <a:ext cx="16123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50"/>
              <a:t>Unmonted component for </a:t>
            </a:r>
            <a:r>
              <a:rPr lang="fr-FR" sz="1050" b="1"/>
              <a:t>MR-MCXN-T1 Hub</a:t>
            </a:r>
            <a:endParaRPr lang="fr-FR" sz="1050"/>
          </a:p>
        </p:txBody>
      </p:sp>
    </p:spTree>
    <p:extLst>
      <p:ext uri="{BB962C8B-B14F-4D97-AF65-F5344CB8AC3E}">
        <p14:creationId xmlns:p14="http://schemas.microsoft.com/office/powerpoint/2010/main" val="357138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4E9D-2C00-740D-74A6-12A87396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31F64-955D-C4FA-DD6E-1991CE64E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en-US" noProof="0" smtClean="0">
                <a:solidFill>
                  <a:srgbClr val="FFFFFE"/>
                </a:solidFill>
              </a:rPr>
              <a:pPr/>
              <a:t>3</a:t>
            </a:fld>
            <a:endParaRPr lang="en-US" noProof="0">
              <a:solidFill>
                <a:srgbClr val="FFFFF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0C4B1-1813-EEF0-0236-04A7CFCC80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14" y="0"/>
            <a:ext cx="1088776" cy="1217734"/>
          </a:xfrm>
          <a:prstGeom prst="rect">
            <a:avLst/>
          </a:prstGeom>
        </p:spPr>
      </p:pic>
      <p:pic>
        <p:nvPicPr>
          <p:cNvPr id="26" name="Picture 25" descr="5&#10;&#10;AI-generated content may be incorrect.">
            <a:extLst>
              <a:ext uri="{FF2B5EF4-FFF2-40B4-BE49-F238E27FC236}">
                <a16:creationId xmlns:a16="http://schemas.microsoft.com/office/drawing/2014/main" id="{74144891-45DF-8E48-DDBF-8B7918BA4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57" y="360449"/>
            <a:ext cx="2761582" cy="835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D250C9-EC80-FC85-7DC7-662B57EA08AE}"/>
              </a:ext>
            </a:extLst>
          </p:cNvPr>
          <p:cNvSpPr txBox="1"/>
          <p:nvPr/>
        </p:nvSpPr>
        <p:spPr>
          <a:xfrm>
            <a:off x="4302369" y="922678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Software</a:t>
            </a:r>
            <a:r>
              <a:rPr lang="nl-BE"/>
              <a:t> Integration with NXP</a:t>
            </a:r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860B7-B2FA-0A3B-700B-2340109BF4FA}"/>
              </a:ext>
            </a:extLst>
          </p:cNvPr>
          <p:cNvSpPr txBox="1"/>
          <p:nvPr/>
        </p:nvSpPr>
        <p:spPr>
          <a:xfrm>
            <a:off x="1242646" y="1442401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FPV GNSS based on NXP MCU</a:t>
            </a:r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BD3C6-58E2-C212-9A46-70F03741CAC1}"/>
              </a:ext>
            </a:extLst>
          </p:cNvPr>
          <p:cNvSpPr txBox="1"/>
          <p:nvPr/>
        </p:nvSpPr>
        <p:spPr>
          <a:xfrm>
            <a:off x="6861909" y="1436052"/>
            <a:ext cx="4087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/>
              <a:t>GNSS Tool for NXP </a:t>
            </a:r>
            <a:r>
              <a:rPr lang="fr-FR" b="1"/>
              <a:t>MR-MCXN-T1 Hub</a:t>
            </a:r>
          </a:p>
          <a:p>
            <a:endParaRPr lang="fr-FR"/>
          </a:p>
        </p:txBody>
      </p:sp>
      <p:pic>
        <p:nvPicPr>
          <p:cNvPr id="7" name="Picture 6" descr="The diagram illustrates a network configuration where Node CAN serves as an input for UART1 G5, GNSS, and MCXA154, and as an output for UART2 and an external interface.&#10;&#10;AI-generated content may be incorrect.">
            <a:extLst>
              <a:ext uri="{FF2B5EF4-FFF2-40B4-BE49-F238E27FC236}">
                <a16:creationId xmlns:a16="http://schemas.microsoft.com/office/drawing/2014/main" id="{0B883AED-6DAB-C7DB-FE98-053AE0686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69" y="1962124"/>
            <a:ext cx="3893140" cy="2731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41B44-CF3C-B2C9-3DE5-6A5857E0EA1F}"/>
              </a:ext>
            </a:extLst>
          </p:cNvPr>
          <p:cNvSpPr txBox="1"/>
          <p:nvPr/>
        </p:nvSpPr>
        <p:spPr>
          <a:xfrm>
            <a:off x="1109785" y="4813409"/>
            <a:ext cx="4040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Need software capable of managing </a:t>
            </a:r>
            <a:r>
              <a:rPr lang="nl-BE"/>
              <a:t>DroneCAN with </a:t>
            </a:r>
            <a:r>
              <a:rPr lang="nl-BE" b="1"/>
              <a:t>SBF</a:t>
            </a:r>
            <a:r>
              <a:rPr lang="nl-BE"/>
              <a:t> or NMEA + I²C Mag + other possible sensor inputs </a:t>
            </a:r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61910-033C-485D-4ED4-4D50F87A1F9B}"/>
              </a:ext>
            </a:extLst>
          </p:cNvPr>
          <p:cNvSpPr txBox="1"/>
          <p:nvPr/>
        </p:nvSpPr>
        <p:spPr>
          <a:xfrm>
            <a:off x="6974164" y="4951908"/>
            <a:ext cx="404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Need software capable of managing </a:t>
            </a:r>
            <a:r>
              <a:rPr lang="nl-BE" b="1"/>
              <a:t>SBF</a:t>
            </a:r>
            <a:r>
              <a:rPr lang="nl-BE"/>
              <a:t> or NMEA via UART </a:t>
            </a:r>
            <a:endParaRPr lang="fr-FR"/>
          </a:p>
        </p:txBody>
      </p:sp>
      <p:pic>
        <p:nvPicPr>
          <p:cNvPr id="11" name="Picture 10" descr="The image illustrates a connection diagram where UART1 G5 is connected to GNSS, with an option for SBF or NMEA data exchange through UART, and is linked to an MR-MCXN-T1 Hub.&#10;&#10;AI-generated content may be incorrect.">
            <a:extLst>
              <a:ext uri="{FF2B5EF4-FFF2-40B4-BE49-F238E27FC236}">
                <a16:creationId xmlns:a16="http://schemas.microsoft.com/office/drawing/2014/main" id="{8581CD44-BA54-255D-3898-B7283A33C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041" y="2189383"/>
            <a:ext cx="1934346" cy="24792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27EDFD-685D-238D-EE3F-22E70CFBA68A}"/>
              </a:ext>
            </a:extLst>
          </p:cNvPr>
          <p:cNvCxnSpPr>
            <a:cxnSpLocks/>
          </p:cNvCxnSpPr>
          <p:nvPr/>
        </p:nvCxnSpPr>
        <p:spPr>
          <a:xfrm>
            <a:off x="5595815" y="1547447"/>
            <a:ext cx="0" cy="4659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75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713B-3D7E-FF3F-0317-D95019A1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0"/>
              <a:t>Recap: Data Flow using </a:t>
            </a:r>
            <a:r>
              <a:rPr lang="en-US" noProof="0" err="1"/>
              <a:t>AP_Periph</a:t>
            </a:r>
            <a:endParaRPr lang="en-US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BB887-BD35-13AD-028C-8DAFC1AEE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en-US" noProof="0" smtClean="0">
                <a:solidFill>
                  <a:srgbClr val="FFFFFE"/>
                </a:solidFill>
              </a:rPr>
              <a:pPr/>
              <a:t>4</a:t>
            </a:fld>
            <a:endParaRPr lang="en-US" noProof="0">
              <a:solidFill>
                <a:srgbClr val="FFFFFE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7E0E0F0-D36B-41AE-A41B-14F4A86E3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280332"/>
              </p:ext>
            </p:extLst>
          </p:nvPr>
        </p:nvGraphicFramePr>
        <p:xfrm>
          <a:off x="1212192" y="216367"/>
          <a:ext cx="9533583" cy="6425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654169"/>
      </p:ext>
    </p:extLst>
  </p:cSld>
  <p:clrMapOvr>
    <a:masterClrMapping/>
  </p:clrMapOvr>
</p:sld>
</file>

<file path=ppt/theme/theme1.xml><?xml version="1.0" encoding="utf-8"?>
<a:theme xmlns:a="http://schemas.openxmlformats.org/drawingml/2006/main" name="1_Septentrio_PPT_43 (1)">
  <a:themeElements>
    <a:clrScheme name="Septentrio 2">
      <a:dk1>
        <a:srgbClr val="000000"/>
      </a:dk1>
      <a:lt1>
        <a:srgbClr val="FFFFFF"/>
      </a:lt1>
      <a:dk2>
        <a:srgbClr val="FF9211"/>
      </a:dk2>
      <a:lt2>
        <a:srgbClr val="FFFFFE"/>
      </a:lt2>
      <a:accent1>
        <a:srgbClr val="FD9D41"/>
      </a:accent1>
      <a:accent2>
        <a:srgbClr val="99A0A5"/>
      </a:accent2>
      <a:accent3>
        <a:srgbClr val="007799"/>
      </a:accent3>
      <a:accent4>
        <a:srgbClr val="99A0A5"/>
      </a:accent4>
      <a:accent5>
        <a:srgbClr val="FF9211"/>
      </a:accent5>
      <a:accent6>
        <a:srgbClr val="4A4D55"/>
      </a:accent6>
      <a:hlink>
        <a:srgbClr val="1A6485"/>
      </a:hlink>
      <a:folHlink>
        <a:srgbClr val="124F68"/>
      </a:folHlink>
    </a:clrScheme>
    <a:fontScheme name="Office - klassiek">
      <a:majorFont>
        <a:latin typeface="OpenSans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OpenSans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4003E321-146D-4A17-8D28-5B0F0458C415}" vid="{B629B2D5-2E8E-41D8-A3A6-AC3BCBA57498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8b2ae5-9bc5-4935-9bfa-112face5173f" xsi:nil="true"/>
    <lcf76f155ced4ddcb4097134ff3c332f xmlns="514a4c4d-b5b8-4628-9a2d-6541241901c3">
      <Terms xmlns="http://schemas.microsoft.com/office/infopath/2007/PartnerControls"/>
    </lcf76f155ced4ddcb4097134ff3c332f>
    <SharedWithUsers xmlns="378b2ae5-9bc5-4935-9bfa-112face5173f">
      <UserInfo>
        <DisplayName>Jan Van Hees</DisplayName>
        <AccountId>64</AccountId>
        <AccountType/>
      </UserInfo>
      <UserInfo>
        <DisplayName>Gustavo Lopez</DisplayName>
        <AccountId>53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BB663B2FFAE94296794FDA5F02D361" ma:contentTypeVersion="19" ma:contentTypeDescription="Create a new document." ma:contentTypeScope="" ma:versionID="1afedf8c8b91dbb49ddd45652ccb234e">
  <xsd:schema xmlns:xsd="http://www.w3.org/2001/XMLSchema" xmlns:xs="http://www.w3.org/2001/XMLSchema" xmlns:p="http://schemas.microsoft.com/office/2006/metadata/properties" xmlns:ns2="514a4c4d-b5b8-4628-9a2d-6541241901c3" xmlns:ns3="378b2ae5-9bc5-4935-9bfa-112face5173f" targetNamespace="http://schemas.microsoft.com/office/2006/metadata/properties" ma:root="true" ma:fieldsID="86a1befefd225974133f7737cadbd139" ns2:_="" ns3:_="">
    <xsd:import namespace="514a4c4d-b5b8-4628-9a2d-6541241901c3"/>
    <xsd:import namespace="378b2ae5-9bc5-4935-9bfa-112face517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4a4c4d-b5b8-4628-9a2d-6541241901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8cbc43-4932-4b9d-9535-f46700d055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b2ae5-9bc5-4935-9bfa-112face517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cefd4c-1765-4ede-9d44-54f75d6b66b5}" ma:internalName="TaxCatchAll" ma:showField="CatchAllData" ma:web="378b2ae5-9bc5-4935-9bfa-112face517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CB873E-EF78-49BB-AF94-4108E3FE1383}">
  <ds:schemaRefs>
    <ds:schemaRef ds:uri="23f005ac-823f-4cde-90bb-9d4dbd99b823"/>
    <ds:schemaRef ds:uri="378b2ae5-9bc5-4935-9bfa-112face5173f"/>
    <ds:schemaRef ds:uri="514a4c4d-b5b8-4628-9a2d-6541241901c3"/>
    <ds:schemaRef ds:uri="c5f5636d-b4bf-4f68-90fa-9fd2db113c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7BDB17-AA5A-4872-A7E6-F013E10F2F64}">
  <ds:schemaRefs>
    <ds:schemaRef ds:uri="378b2ae5-9bc5-4935-9bfa-112face5173f"/>
    <ds:schemaRef ds:uri="514a4c4d-b5b8-4628-9a2d-6541241901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F66B594-86E4-494E-A248-FE71313A26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Septentrio PowerPoint Template Empty April 2025</Template>
  <Application>Microsoft Office PowerPoint</Application>
  <PresentationFormat>Widescreen</PresentationFormat>
  <Slides>4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1_Septentrio_PPT_43 (1)</vt:lpstr>
      <vt:lpstr>G5Fly integration with NXP</vt:lpstr>
      <vt:lpstr>PowerPoint Presentation</vt:lpstr>
      <vt:lpstr>PowerPoint Presentation</vt:lpstr>
      <vt:lpstr>Recap: Data Flow using AP_Periph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Laetitia Kazingufu Furaha</dc:creator>
  <cp:keywords>Internal use</cp:keywords>
  <cp:revision>1</cp:revision>
  <dcterms:created xsi:type="dcterms:W3CDTF">2026-04-18T20:38:42Z</dcterms:created>
  <dcterms:modified xsi:type="dcterms:W3CDTF">2026-07-27T12:43:45Z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0x010100A1BB663B2FFAE94296794FDA5F02D361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